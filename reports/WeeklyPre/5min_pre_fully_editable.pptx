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weekly_five_minute_research_updat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6e4d9cce5715142a.jp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Relationship Id="rId3" Type="http://schemas.openxmlformats.org/officeDocument/2006/relationships/image" Target="../media/image_missing_per_class.png"/>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1721e780def30519.jpg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1721e780def30519.jpg"/>
  <Relationship Id="rId4" Type="http://schemas.openxmlformats.org/officeDocument/2006/relationships/image" Target="../media/image_6e4d9cce5715142a.jpg"/>
  <Relationship Id="rId5" Type="http://schemas.openxmlformats.org/officeDocument/2006/relationships/image" Target="../media/image_ea3730ccacb7b84e.jpg"/>
  <Relationship Id="rId6" Type="http://schemas.openxmlformats.org/officeDocument/2006/relationships/image" Target="../media/image_595dac7b24db2551.png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5535780334a04c2.png"/>
  <Relationship Id="rId3" Type="http://schemas.openxmlformats.org/officeDocument/2006/relationships/image" Target="../media/image_1721e780def30519.jpg"/>
  <Relationship Id="rId4" Type="http://schemas.openxmlformats.org/officeDocument/2006/relationships/image" Target="../media/image_45535780334a04c2.pn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3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Human Pose Analytics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Weekly research update · {{SUBTITLE}}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Week ending · {{DATE}}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Presenter · {{AUTHOR}}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WEEKLY TAKEAWAY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PROJECT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CURRENT MILESTONE · EVIDENCE · BLOCKER · NEXT CHECKPOINT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Kick-off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Baselines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IP Module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Experiments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Final Report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Weekly Snapshot &amp; Milestone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{{KEY_MESSAGE}}</a:t>
            </a: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State the one result or decision the supervisor should remember.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{{STATUS}}</a:t>
            </a: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ON TRACK · AT RISK · BLOCKED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{{MILESTONE}}</a:t>
            </a: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Evidence completed: … | Current blocker: … | Next checkpoint: …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THIS WEEK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PIPELINE / ARCHITECTURE / IMPLEMENTATION EVIDENCE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TECHNICAL TAKEAWAY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34594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Technical Progress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NTU RGB+D 120</a:t>
            </a:r>
            <a:br/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dataset audit</a:t>
            </a: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Completed · format, splits, cleaning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Planned · parser that keeps bodyID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26 mutual classes · 24,732 clips</a:t>
            </a: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A050–A060 + A106–A120; the official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535-entry list removes 96 of them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X-Sub 53/53 subjects · X-Set even/odd setups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Skeleton-only download: 10.3 GB of the 2.3 TB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Identity is lost</a:t>
            </a:r>
            <a:br/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preprocessing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Why it matters:</a:t>
            </a: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bodyID and trackingState are</a:t>
            </a:r>
            <a:br/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dropped by CTR-GCN and pyskl.</a:t>
            </a:r>
            <a:br/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 plan: parse .skeleton</a:t>
            </a:r>
            <a:br/>
            <a:r>
              <a:rPr lang="en-US" sz="112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ourselves and keep both.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  <p:pic>
        <p:nvPicPr>
          <p:cNvPr id="900" name="MissingPerClass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000" y="3330000"/>
            <a:ext cx="4460000" cy="26193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ONE-LINE RESULT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EVIDENCE · BASELINE · CONTROL · METRIC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KEY FINDINGS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Experimental Evidence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{{KEY_MESSAGE}}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{{CONTENT_AREA}}</a:t>
            </a: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Insert one chart, table, confusion matrix, or controlled comparison.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Label the baseline, evaluation split, metric, and uncertainty.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{{FINDINGS}}</a:t>
            </a: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1 · What changed versus baseline?</a:t>
            </a:r>
            <a:br/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2 · Which class or case still fails?</a:t>
            </a:r>
            <a:br/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3 · What experiment comes next?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RISK / BLOCKER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IMPACT ON SCOPE, EVIDENCE, OR TIMELINE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MITIGATION / OWNER / CHECK DATE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 OR SUPPORT NEEDED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Risks &amp;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{{RISKS}}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Describe the failure mode, trigger, and evidence.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{{IMPACT}}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Quantify delay, compute cost, metric risk, or lost scope.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{{MITIGATION}}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Owner: … | Check date: … | Fallback: …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{{DECISION_NEEDED}}</a:t>
            </a: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State the choice, approver, and latest useful date.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DELIVERABLE 1 · BUILD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DELIVERABLE 2 · VALIDATE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DELIVERABLE 3 · DOCUMENT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 · DUE DATE · SUCCESS 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Next-Week Commitments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{{NEXT_ACTION_1}}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code, dataset, or runnable module.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{{NEXT_ACTION_2}}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metric table, control, or ablation result.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{{NEXT_ACTION_3}}</a:t>
            </a: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Output: updated figure, notes, or report section.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{{OWNER_AND_DEADLINE}}</a:t>
            </a: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Owner: …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Due: …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Success check: observable output</a:t>
            </a:r>
            <a:br/>
            <a:r>
              <a:rPr lang="en-US" sz="1050" dirty="0">
                <a:solidFill>
                  <a:srgbClr val="C8C8C8"/>
                </a:solidFill>
                <a:latin typeface="Arial"/>
                <a:ea typeface="Arial"/>
                <a:cs typeface="Arial"/>
              </a:rPr>
              <a:t>or agreed metric threshold.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Open Canvas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IMAGE DESCRIPTION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Single-Image Story</a:t>
            </a: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3"/>
          <a:srcRect l="4974" t="0" r="4973" b="0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{{IMAGE_DESCRIPTION}}</a:t>
            </a: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What does the image show?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Why is it relevant this week?</a:t>
            </a: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What should the audience notice?</a:t>
            </a: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/>
                <a:ea typeface="Arial"/>
                <a:cs typeface="Arial"/>
              </a:rPr>
              <a:t>TIP</a:t>
            </a: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Use one annotated result, system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overview, qualitative example,</a:t>
            </a:r>
            <a:br/>
            <a:r>
              <a:rPr lang="en-US" sz="1050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or implementation photograph.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/>
                <a:ea typeface="Arial"/>
                <a:cs typeface="Arial"/>
              </a:rPr>
              <a:t>USE 2–4 IMAGES</a:t>
            </a: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Multi-Image Story</a:t>
            </a: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3"/>
          <a:srcRect l="0" t="19517" r="0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4"/>
          <a:srcRect l="0" t="14228" r="0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5"/>
          <a:srcRect l="0" t="25000" r="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6"/>
          <a:srcRect l="0" t="28986" r="0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{{CAPTION_1}}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{{CAPTION_2}}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{{CAPTION_3}}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/>
                <a:ea typeface="Arial"/>
                <a:cs typeface="Arial"/>
              </a:rPr>
              <a:t>{{CAPTION_4}}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{{SOURCE}}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{{PAGE_NUM}}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EE6008 · HUMAN POSE ANALYTICS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2026-08-30T08:07:48Z</dcterms:created>
  <dcterms:modified xsi:type="dcterms:W3CDTF">2026-08-30T08:07:48Z</dcterms:modified>
  <cp:category/>
  <cp:contentStatus/>
</cp:coreProperties>
</file>