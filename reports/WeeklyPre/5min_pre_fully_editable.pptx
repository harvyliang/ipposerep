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52450" y="1200150"/>
            <a:ext cx="114300" cy="39052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7" name="Image 7"/>
          <p:cNvPicPr>
            <a:picLocks noChangeAspect="1"/>
          </p:cNvPicPr>
          <p:nvPr/>
        </p:nvPicPr>
        <p:blipFill>
          <a:blip r:embed="rId2">
            <a:alphaModFix amt="56000"/>
          </a:blip>
          <a:stretch>
            <a:fillRect/>
          </a:stretch>
        </p:blipFill>
        <p:spPr>
          <a:xfrm>
            <a:off x="3762375" y="1200150"/>
            <a:ext cx="8382000" cy="390525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3714750" y="1200150"/>
            <a:ext cx="1714500" cy="3905250"/>
          </a:xfrm>
          <a:custGeom>
            <a:avLst/>
            <a:gdLst/>
            <a:ahLst/>
            <a:cxnLst/>
            <a:rect l="l" t="t" r="r" b="b"/>
            <a:pathLst>
              <a:path w="1714500" h="3905250">
                <a:moveTo>
                  <a:pt x="0" y="0"/>
                </a:moveTo>
                <a:lnTo>
                  <a:pt x="1714500" y="0"/>
                </a:lnTo>
                <a:lnTo>
                  <a:pt x="1047750" y="3905250"/>
                </a:lnTo>
                <a:lnTo>
                  <a:pt x="0" y="3905250"/>
                </a:lnTo>
                <a:close/>
              </a:path>
            </a:pathLst>
          </a:cu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4476750" y="1200150"/>
            <a:ext cx="809625" cy="3905250"/>
          </a:xfrm>
          <a:custGeom>
            <a:avLst/>
            <a:gdLst/>
            <a:ahLst/>
            <a:cxnLst/>
            <a:rect l="l" t="t" r="r" b="b"/>
            <a:pathLst>
              <a:path w="809625" h="3905250">
                <a:moveTo>
                  <a:pt x="809625" y="0"/>
                </a:moveTo>
                <a:lnTo>
                  <a:pt x="0" y="3905250"/>
                </a:lnTo>
              </a:path>
            </a:pathLst>
          </a:custGeom>
          <a:noFill/>
          <a:ln w="28575">
            <a:solidFill>
              <a:srgbClr val="D71440">
                <a:alpha val="62000"/>
              </a:srgbClr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98398" y="1603058"/>
            <a:ext cx="461645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1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 Pose Analytics</a:t>
            </a:r>
            <a:endParaRPr lang="en-US" sz="31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05637" y="3166586"/>
            <a:ext cx="45087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7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research update · {{SUBTITLE}}</a:t>
            </a:r>
            <a:endParaRPr lang="en-US" sz="17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07542" y="4311968"/>
            <a:ext cx="22136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 ending · {{DATE}}</a:t>
            </a:r>
            <a:endParaRPr lang="en-US" sz="13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07542" y="4835842"/>
            <a:ext cx="221486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Presenter · {{AUTHOR}}</a:t>
            </a:r>
            <a:endParaRPr lang="en-US" sz="13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TAKEAWAY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PROJECT STATUS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CURRENT MILESTONE · EVIDENCE · BLOCKER · NEXT CHECKPOINT</a:t>
            </a:r>
            <a:endParaRPr lang="en-US" sz="1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Kick-off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Data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Baselines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IP Module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Experiments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Final Report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Snapshot &amp; Milestone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  <a:endParaRPr lang="en-US" sz="180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one result or decision the supervisor should remember.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{{STATUS}}</a:t>
            </a:r>
            <a:endParaRPr lang="en-US" sz="18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 TRACK · AT RISK · BLOCKED</a:t>
            </a:r>
            <a:endParaRPr lang="en-US" sz="98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{{MILESTONE}}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completed: … | Current blocker: … | Next checkpoint: …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WEEK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PIPELINE / ARCHITECTURE / IMPLEMENTATION EVIDENCE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TAKEAWAY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4773930" cy="391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Scoping the Interaction Subset</a:t>
            </a:r>
            <a:endParaRPr lang="en-US" altLang="zh-CN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NTU RGB+D 120</a:t>
            </a:r>
            <a:b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dataset audit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Completed · format, splits, cleaning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 progress · raw .skeleton parser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26 mutual classes · 24,732 clips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A050–A060 + A106–A120; the official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535-entry list removes 96 of them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X-Sub 53/53 subjects · X-Set even/odd setups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Skeleton-only download: 10.3 GB of the 2.3 TB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Identity is lost</a:t>
            </a:r>
            <a:b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 preprocessing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matters: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bodyID and trackingState are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dropped by CTR-GCN and pyskl —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 must parse the raw files</a:t>
            </a:r>
            <a:endParaRPr lang="en-US" sz="112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900" name="MissingPerClass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000" y="3330000"/>
            <a:ext cx="4460000" cy="26193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ONE-LINE RESULT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· BASELINE · CONTROL · METRIC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922625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Experimental Evidence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2010001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{{CONTENT_AREA}}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Insert one chart, table, confusion matrix, or controlled comparison.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Label the baseline, evaluation split, metric, and uncertainty.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{{FINDINGS}}</a:t>
            </a:r>
            <a:endParaRPr lang="en-US" sz="150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 · What changed versus baseline?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 · Which class or case still fails?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· What experiment comes next?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94766" y="1639252"/>
            <a:ext cx="11319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 / BLOCKER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09217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IMPACT ON SCOPE, EVIDENCE, OR TIMELINE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2496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MITIGATION / OWNER / CHECK DATE</a:t>
            </a:r>
            <a:endParaRPr lang="en-US" sz="1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21512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DECISION OR SUPPORT NEEDED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296912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Risks &amp; Decisions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92099" y="2077879"/>
            <a:ext cx="3269742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{{RISKS}}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Describe the failure mode, trigger, and evidence.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326124" y="2077879"/>
            <a:ext cx="384314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{{IMPACT}}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Quantify delay, compute cost, metric risk, or lost scope.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099" y="4363879"/>
            <a:ext cx="245630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{{MITIGATION}}</a:t>
            </a:r>
            <a:endParaRPr lang="en-US" sz="1580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 | Check date: … | Fallback: …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26124" y="4363879"/>
            <a:ext cx="3423095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{{DECISION_NEEDED}}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choice, approver, and latest useful date.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1 · BUILD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2 · VALIDATE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3 · DOCUMENT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 · DUE DATE · SUCCESS CHECK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Next-Week Commitments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{{NEXT_ACTION_1}}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code, dataset, or runnable module.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{{NEXT_ACTION_2}}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metric table, control, or ablation result.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{{NEXT_ACTION_3}}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updated figure, notes, or report section.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{{OWNER_AND_DEADLINE}}</a:t>
            </a:r>
            <a:endParaRPr lang="en-US" sz="15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Due: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Success check: observable output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agreed metric threshold.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Open Canvas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IMAGE DESCRIPTION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Single-Image Story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2"/>
          <a:srcRect l="4974" r="4973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{{IMAGE_DESCRIPTION}}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does the image show?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is it relevant this week?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should the audience notice?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TIP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one annotated result, system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overview, qualitative example,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implementation photograph.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2–4 IMAGES</a:t>
            </a:r>
            <a:endParaRPr lang="en-US" sz="980" b="1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Multi-Image Story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2"/>
          <a:srcRect t="19517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3"/>
          <a:srcRect t="14228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4"/>
          <a:srcRect t="2500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5"/>
          <a:srcRect t="28986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{{CAPTION_1}}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{{CAPTION_2}}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{{CAPTION_3}}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{{CAPTION_4}}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</p:sp>
      <p:pic>
        <p:nvPicPr>
          <p:cNvPr id="9" name="Imag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120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Thank You</a:t>
            </a:r>
            <a:endParaRPr lang="en-US" sz="4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2956</Words>
  <Application>WPS 文字</Application>
  <PresentationFormat>On-screen Show (16:9)</PresentationFormat>
  <Paragraphs>198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Arial</vt:lpstr>
      <vt:lpstr>微软雅黑</vt:lpstr>
      <vt:lpstr>方正雅意黑 GB18030L2</vt:lpstr>
      <vt:lpstr>宋体</vt:lpstr>
      <vt:lpstr>Arial Unicode MS</vt:lpstr>
      <vt:lpstr>Calibri</vt:lpstr>
      <vt:lpstr>Helvetica Neue</vt:lpstr>
      <vt:lpstr>汉仪书宋二KW</vt:lpstr>
      <vt:lpstr>weekly_five_minute_research_update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紫樱</cp:lastModifiedBy>
  <cp:revision>2</cp:revision>
  <dcterms:created xsi:type="dcterms:W3CDTF">2026-08-31T14:37:45Z</dcterms:created>
  <dcterms:modified xsi:type="dcterms:W3CDTF">2026-08-31T14:37:45Z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0D8B7C74DF2A2EE5B991956A152039A1_42</vt:lpwstr>
  </property>
</Properties>
</file>