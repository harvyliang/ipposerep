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1721e780def30519.jpg"/>
  <Relationship Id="rId3" Type="http://schemas.openxmlformats.org/officeDocument/2006/relationships/image" Target="../media/image_45535780334a04c2.png"/>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eekly Update —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cover-red-block Layout"/>
          <p:cNvSpPr/>
          <p:nvPr/>
        </p:nvSpPr>
        <p:spPr>
          <a:xfrm>
            <a:off x="552450" y="1200150"/>
            <a:ext cx="114300" cy="390525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3" name="cover-photo-module-slot Placeholder"/>
          <p:cNvSpPr>
            <a:spLocks noGrp="1"/>
          </p:cNvSpPr>
          <p:nvPr>
            <p:ph type="obj" idx="4"/>
          </p:nvPr>
        </p:nvSpPr>
        <p:spPr>
          <a:xfrm>
            <a:off x="3714750" y="1200150"/>
            <a:ext cx="8477250" cy="39052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4" name="cover-title-slot Placeholder"/>
          <p:cNvSpPr>
            <a:spLocks noGrp="1"/>
          </p:cNvSpPr>
          <p:nvPr>
            <p:ph type="title"/>
          </p:nvPr>
        </p:nvSpPr>
        <p:spPr>
          <a:xfrm>
            <a:off x="914400" y="1428750"/>
            <a:ext cx="5143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en-US" sz="315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cover-subtitle-slot Placeholder"/>
          <p:cNvSpPr>
            <a:spLocks noGrp="1"/>
          </p:cNvSpPr>
          <p:nvPr>
            <p:ph type="subTitle" idx="1"/>
          </p:nvPr>
        </p:nvSpPr>
        <p:spPr>
          <a:xfrm>
            <a:off x="914400" y="3028950"/>
            <a:ext cx="5143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/>
            </a:lvl1pPr>
          </a:lstStyle>
          <a:p>
            <a:pPr algn="l" marL="0" indent="0">
              <a:buNone/>
            </a:pPr>
            <a:r>
              <a:rPr lang="en-US" sz="17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cover-date-slot Placeholder"/>
          <p:cNvSpPr>
            <a:spLocks noGrp="1"/>
          </p:cNvSpPr>
          <p:nvPr>
            <p:ph type="dt" idx="2"/>
          </p:nvPr>
        </p:nvSpPr>
        <p:spPr>
          <a:xfrm>
            <a:off x="914400" y="4171950"/>
            <a:ext cx="2381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D5362177-6DD4-4D60-BB86-0074953F47FE}" type="datetimeFigureOut">
              <a:rPr lang="en-US" sz="135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Week ending · YYYY-MM-DD</a:t>
            </a:fld>
            <a:endParaRPr lang="en-US"/>
          </a:p>
        </p:txBody>
      </p:sp>
      <p:sp>
        <p:nvSpPr>
          <p:cNvPr id="7" name="cover-author-slot Placeholder"/>
          <p:cNvSpPr>
            <a:spLocks noGrp="1"/>
          </p:cNvSpPr>
          <p:nvPr>
            <p:ph type="body" idx="3"/>
          </p:nvPr>
        </p:nvSpPr>
        <p:spPr>
          <a:xfrm>
            <a:off x="914400" y="46863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980974999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eekly Update — Snapshot &amp;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3" name="layout-key-message-field Layout"/>
          <p:cNvSpPr/>
          <p:nvPr/>
        </p:nvSpPr>
        <p:spPr>
          <a:xfrm>
            <a:off x="514350" y="1428750"/>
            <a:ext cx="7524750" cy="1381125"/>
          </a:xfrm>
          <a:prstGeom prst="roundRect">
            <a:avLst>
              <a:gd name="adj" fmla="val 8276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4" name="layout-status-field Layout"/>
          <p:cNvSpPr/>
          <p:nvPr/>
        </p:nvSpPr>
        <p:spPr>
          <a:xfrm>
            <a:off x="8305800" y="1428750"/>
            <a:ext cx="3314700" cy="1381125"/>
          </a:xfrm>
          <a:prstGeom prst="roundRect">
            <a:avLst>
              <a:gd name="adj" fmla="val 8276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5" name="layout-milestone-field Layout"/>
          <p:cNvSpPr/>
          <p:nvPr/>
        </p:nvSpPr>
        <p:spPr>
          <a:xfrm>
            <a:off x="514350" y="3105150"/>
            <a:ext cx="11106150" cy="2895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E6E6E6"/>
            </a:solidFill>
          </a:ln>
        </p:spPr>
      </p:sp>
      <p:sp>
        <p:nvSpPr>
          <p:cNvPr id="6" name="layout-timeline-line Layout"/>
          <p:cNvSpPr/>
          <p:nvPr/>
        </p:nvSpPr>
        <p:spPr>
          <a:xfrm>
            <a:off x="1181100" y="5143500"/>
            <a:ext cx="9772650" cy="9525"/>
          </a:xfrm>
          <a:custGeom>
            <a:avLst/>
            <a:gdLst/>
            <a:ahLst/>
            <a:cxnLst/>
            <a:rect l="l" t="t" r="r" b="b"/>
            <a:pathLst>
              <a:path w="9772650" h="9525">
                <a:moveTo>
                  <a:pt x="0" y="0"/>
                </a:moveTo>
                <a:lnTo>
                  <a:pt x="9772650" y="0"/>
                </a:lnTo>
              </a:path>
            </a:pathLst>
          </a:custGeom>
          <a:noFill/>
          <a:ln w="38100">
            <a:solidFill>
              <a:srgbClr val="C8C8C8"/>
            </a:solidFill>
          </a:ln>
        </p:spPr>
      </p:sp>
      <p:sp>
        <p:nvSpPr>
          <p:cNvPr id="7" name="layout-checkpoint-1 Layout"/>
          <p:cNvSpPr/>
          <p:nvPr/>
        </p:nvSpPr>
        <p:spPr>
          <a:xfrm>
            <a:off x="1076325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8" name="layout-checkpoint-2 Layout"/>
          <p:cNvSpPr/>
          <p:nvPr/>
        </p:nvSpPr>
        <p:spPr>
          <a:xfrm>
            <a:off x="3028950" y="5038725"/>
            <a:ext cx="209550" cy="20955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9" name="layout-checkpoint-3 Layout"/>
          <p:cNvSpPr/>
          <p:nvPr/>
        </p:nvSpPr>
        <p:spPr>
          <a:xfrm>
            <a:off x="4953000" y="5010150"/>
            <a:ext cx="266700" cy="2667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10" name="layout-checkpoint-4 Layout"/>
          <p:cNvSpPr/>
          <p:nvPr/>
        </p:nvSpPr>
        <p:spPr>
          <a:xfrm>
            <a:off x="6934200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1" name="layout-checkpoint-5 Layout"/>
          <p:cNvSpPr/>
          <p:nvPr/>
        </p:nvSpPr>
        <p:spPr>
          <a:xfrm>
            <a:off x="888682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2" name="layout-checkpoint-6 Layout"/>
          <p:cNvSpPr/>
          <p:nvPr/>
        </p:nvSpPr>
        <p:spPr>
          <a:xfrm>
            <a:off x="10848975" y="5038725"/>
            <a:ext cx="209550" cy="209550"/>
          </a:xfrm>
          <a:prstGeom prst="ellipse">
            <a:avLst/>
          </a:prstGeom>
          <a:solidFill>
            <a:srgbClr val="E6E6E6"/>
          </a:solidFill>
          <a:ln>
            <a:noFill/>
          </a:ln>
        </p:spPr>
      </p:sp>
      <p:sp>
        <p:nvSpPr>
          <p:cNvPr id="13" name="layout-key-message-label Layout"/>
          <p:cNvSpPr txBox="1"/>
          <p:nvPr/>
        </p:nvSpPr>
        <p:spPr>
          <a:xfrm>
            <a:off x="776097" y="1590199"/>
            <a:ext cx="12393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WEEKLY TAKEAWAY</a:t>
            </a:r>
          </a:p>
        </p:txBody>
      </p:sp>
      <p:sp>
        <p:nvSpPr>
          <p:cNvPr id="14" name="layout-status-label Layout"/>
          <p:cNvSpPr txBox="1"/>
          <p:nvPr/>
        </p:nvSpPr>
        <p:spPr>
          <a:xfrm>
            <a:off x="9398351" y="1590199"/>
            <a:ext cx="112959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STATUS</a:t>
            </a:r>
          </a:p>
        </p:txBody>
      </p:sp>
      <p:sp>
        <p:nvSpPr>
          <p:cNvPr id="15" name="layout-milestone-label Layout"/>
          <p:cNvSpPr txBox="1"/>
          <p:nvPr/>
        </p:nvSpPr>
        <p:spPr>
          <a:xfrm>
            <a:off x="794766" y="3296602"/>
            <a:ext cx="45349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CURRENT MILESTONE · EVIDENCE · BLOCKER · NEXT CHECKPOINT</a:t>
            </a:r>
          </a:p>
        </p:txBody>
      </p:sp>
      <p:sp>
        <p:nvSpPr>
          <p:cNvPr id="16" name="layout-phase-1 Layout"/>
          <p:cNvSpPr txBox="1"/>
          <p:nvPr/>
        </p:nvSpPr>
        <p:spPr>
          <a:xfrm>
            <a:off x="922902" y="5408295"/>
            <a:ext cx="51639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Kick-off</a:t>
            </a:r>
          </a:p>
        </p:txBody>
      </p:sp>
      <p:sp>
        <p:nvSpPr>
          <p:cNvPr id="17" name="layout-phase-2 Layout"/>
          <p:cNvSpPr txBox="1"/>
          <p:nvPr/>
        </p:nvSpPr>
        <p:spPr>
          <a:xfrm>
            <a:off x="2993803" y="5408295"/>
            <a:ext cx="27984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8" name="layout-phase-3 Layout"/>
          <p:cNvSpPr txBox="1"/>
          <p:nvPr/>
        </p:nvSpPr>
        <p:spPr>
          <a:xfrm>
            <a:off x="4796752" y="5408295"/>
            <a:ext cx="5791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Baselines</a:t>
            </a:r>
          </a:p>
        </p:txBody>
      </p:sp>
      <p:sp>
        <p:nvSpPr>
          <p:cNvPr id="19" name="layout-phase-4 Layout"/>
          <p:cNvSpPr txBox="1"/>
          <p:nvPr/>
        </p:nvSpPr>
        <p:spPr>
          <a:xfrm>
            <a:off x="6762007" y="5408295"/>
            <a:ext cx="5539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IP Module</a:t>
            </a:r>
          </a:p>
        </p:txBody>
      </p:sp>
      <p:sp>
        <p:nvSpPr>
          <p:cNvPr id="20" name="layout-phase-5 Layout"/>
          <p:cNvSpPr txBox="1"/>
          <p:nvPr/>
        </p:nvSpPr>
        <p:spPr>
          <a:xfrm>
            <a:off x="8621493" y="5408295"/>
            <a:ext cx="74021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Experiments</a:t>
            </a:r>
          </a:p>
        </p:txBody>
      </p:sp>
      <p:sp>
        <p:nvSpPr>
          <p:cNvPr id="21" name="layout-phase-6 Layout"/>
          <p:cNvSpPr txBox="1"/>
          <p:nvPr/>
        </p:nvSpPr>
        <p:spPr>
          <a:xfrm>
            <a:off x="10590953" y="5408295"/>
            <a:ext cx="7255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Final Report</a:t>
            </a:r>
          </a:p>
        </p:txBody>
      </p:sp>
      <p:sp>
        <p:nvSpPr>
          <p:cNvPr id="22" name="snapshot-title-slot Placeholder"/>
          <p:cNvSpPr>
            <a:spLocks noGrp="1"/>
          </p:cNvSpPr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23" name="snapshot-key-message-slot Placeholder"/>
          <p:cNvSpPr>
            <a:spLocks noGrp="1"/>
          </p:cNvSpPr>
          <p:nvPr>
            <p:ph type="body" idx="1"/>
          </p:nvPr>
        </p:nvSpPr>
        <p:spPr>
          <a:xfrm>
            <a:off x="781050" y="1847850"/>
            <a:ext cx="69913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4" name="snapshot-status-slot Placeholder"/>
          <p:cNvSpPr>
            <a:spLocks noGrp="1"/>
          </p:cNvSpPr>
          <p:nvPr>
            <p:ph type="obj" idx="2"/>
          </p:nvPr>
        </p:nvSpPr>
        <p:spPr>
          <a:xfrm>
            <a:off x="8610600" y="180975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80"/>
            </a:lvl1pPr>
          </a:lstStyle>
          <a:p>
            <a:pPr algn="ctr">
              <a:lnSpc>
                <a:spcPts val="2025"/>
              </a:lnSpc>
            </a:pPr>
            <a:r>
              <a:rPr lang="en-US" sz="18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25" name="snapshot-milestone-slot Placeholder"/>
          <p:cNvSpPr>
            <a:spLocks noGrp="1"/>
          </p:cNvSpPr>
          <p:nvPr>
            <p:ph type="body" idx="3"/>
          </p:nvPr>
        </p:nvSpPr>
        <p:spPr>
          <a:xfrm>
            <a:off x="800100" y="3638550"/>
            <a:ext cx="1053465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2250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6" name="snapshot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27" name="snapshot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74EE505E-5DDF-4695-B13F-BF4F47F704FE}" type="slidenum"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888620847"/>
      </p:ext>
    </p:extLst>
  </p:cSld>
  <p:clrMapOvr>
    <a:masterClrMapping/>
  </p:clrMapOvr>
  <p:hf hdr="0" dt="0" ftr="1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eekly Update — Technical 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3" name="layout-progress-field Layout"/>
          <p:cNvSpPr/>
          <p:nvPr/>
        </p:nvSpPr>
        <p:spPr>
          <a:xfrm>
            <a:off x="514350" y="1428750"/>
            <a:ext cx="3143250" cy="4648200"/>
          </a:xfrm>
          <a:prstGeom prst="roundRect">
            <a:avLst>
              <a:gd name="adj" fmla="val 3636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4" name="layout-pipeline-field Layout"/>
          <p:cNvSpPr/>
          <p:nvPr/>
        </p:nvSpPr>
        <p:spPr>
          <a:xfrm>
            <a:off x="3905250" y="1428750"/>
            <a:ext cx="4762500" cy="464820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5" name="layout-finding-field Layout"/>
          <p:cNvSpPr/>
          <p:nvPr/>
        </p:nvSpPr>
        <p:spPr>
          <a:xfrm>
            <a:off x="8915400" y="1428750"/>
            <a:ext cx="2705100" cy="4648200"/>
          </a:xfrm>
          <a:prstGeom prst="roundRect">
            <a:avLst>
              <a:gd name="adj" fmla="val 4225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6" name="layout-finding-accent Layout"/>
          <p:cNvSpPr/>
          <p:nvPr/>
        </p:nvSpPr>
        <p:spPr>
          <a:xfrm>
            <a:off x="8915400" y="1428750"/>
            <a:ext cx="27051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layout-progress-label Layout"/>
          <p:cNvSpPr txBox="1"/>
          <p:nvPr/>
        </p:nvSpPr>
        <p:spPr>
          <a:xfrm>
            <a:off x="757047" y="1675924"/>
            <a:ext cx="6905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THIS WEEK</a:t>
            </a:r>
          </a:p>
        </p:txBody>
      </p:sp>
      <p:sp>
        <p:nvSpPr>
          <p:cNvPr id="8" name="layout-pipeline-label Layout"/>
          <p:cNvSpPr txBox="1"/>
          <p:nvPr/>
        </p:nvSpPr>
        <p:spPr>
          <a:xfrm>
            <a:off x="4166997" y="1675924"/>
            <a:ext cx="36397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PIPELINE / ARCHITECTURE / IMPLEMENTATION EVIDENCE</a:t>
            </a:r>
          </a:p>
        </p:txBody>
      </p:sp>
      <p:sp>
        <p:nvSpPr>
          <p:cNvPr id="9" name="layout-finding-label Layout"/>
          <p:cNvSpPr txBox="1"/>
          <p:nvPr/>
        </p:nvSpPr>
        <p:spPr>
          <a:xfrm>
            <a:off x="9158097" y="1704499"/>
            <a:ext cx="141501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 TAKEAWAY</a:t>
            </a:r>
          </a:p>
        </p:txBody>
      </p:sp>
      <p:sp>
        <p:nvSpPr>
          <p:cNvPr id="10" name="technical-title-slot Placeholder"/>
          <p:cNvSpPr>
            <a:spLocks noGrp="1"/>
          </p:cNvSpPr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1" name="technical-progress-slot Placeholder"/>
          <p:cNvSpPr>
            <a:spLocks noGrp="1"/>
          </p:cNvSpPr>
          <p:nvPr>
            <p:ph type="body" idx="1"/>
          </p:nvPr>
        </p:nvSpPr>
        <p:spPr>
          <a:xfrm>
            <a:off x="762000" y="2000250"/>
            <a:ext cx="264795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1875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technical-object-slot Placeholder"/>
          <p:cNvSpPr>
            <a:spLocks noGrp="1"/>
          </p:cNvSpPr>
          <p:nvPr>
            <p:ph type="obj" idx="2"/>
          </p:nvPr>
        </p:nvSpPr>
        <p:spPr>
          <a:xfrm>
            <a:off x="4171950" y="2000250"/>
            <a:ext cx="422910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420"/>
            </a:lvl1pPr>
          </a:lstStyle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13" name="technical-finding-slot Placeholder"/>
          <p:cNvSpPr>
            <a:spLocks noGrp="1"/>
          </p:cNvSpPr>
          <p:nvPr>
            <p:ph type="body" idx="3"/>
          </p:nvPr>
        </p:nvSpPr>
        <p:spPr>
          <a:xfrm>
            <a:off x="9163050" y="2019300"/>
            <a:ext cx="2209800" cy="3467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1650"/>
              </a:lnSpc>
              <a:buNone/>
            </a:pPr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technical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15" name="technical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A04C733D-9CA5-4441-B1F0-F5DF9370409F}" type="slidenum"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503896775"/>
      </p:ext>
    </p:extLst>
  </p:cSld>
  <p:clrMapOvr>
    <a:masterClrMapping/>
  </p:clrMapOvr>
  <p:hf hdr="0" dt="0" ftr="1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eekly Update — Experimental 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3" name="layout-key-message-field Layout"/>
          <p:cNvSpPr/>
          <p:nvPr/>
        </p:nvSpPr>
        <p:spPr>
          <a:xfrm>
            <a:off x="514350" y="1304925"/>
            <a:ext cx="11106150" cy="704850"/>
          </a:xfrm>
          <a:prstGeom prst="roundRect">
            <a:avLst>
              <a:gd name="adj" fmla="val 13514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4" name="layout-evidence-field Layout"/>
          <p:cNvSpPr/>
          <p:nvPr/>
        </p:nvSpPr>
        <p:spPr>
          <a:xfrm>
            <a:off x="514350" y="2238375"/>
            <a:ext cx="7467600" cy="3838575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5" name="layout-findings-field Layout"/>
          <p:cNvSpPr/>
          <p:nvPr/>
        </p:nvSpPr>
        <p:spPr>
          <a:xfrm>
            <a:off x="8229600" y="2238375"/>
            <a:ext cx="3390900" cy="3838575"/>
          </a:xfrm>
          <a:prstGeom prst="roundRect">
            <a:avLst>
              <a:gd name="adj" fmla="val 3371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6" name="layout-findings-label Layout"/>
          <p:cNvSpPr/>
          <p:nvPr/>
        </p:nvSpPr>
        <p:spPr>
          <a:xfrm>
            <a:off x="8229600" y="2238375"/>
            <a:ext cx="3390900" cy="45720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7" name="layout-result-label Layout"/>
          <p:cNvSpPr txBox="1"/>
          <p:nvPr/>
        </p:nvSpPr>
        <p:spPr>
          <a:xfrm>
            <a:off x="738188" y="1407795"/>
            <a:ext cx="10781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ONE-LINE RESULT</a:t>
            </a:r>
          </a:p>
        </p:txBody>
      </p:sp>
      <p:sp>
        <p:nvSpPr>
          <p:cNvPr id="8" name="layout-evidence-label Layout"/>
          <p:cNvSpPr txBox="1"/>
          <p:nvPr/>
        </p:nvSpPr>
        <p:spPr>
          <a:xfrm>
            <a:off x="757047" y="2466499"/>
            <a:ext cx="282743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EVIDENCE · BASELINE · CONTROL · METRIC</a:t>
            </a:r>
          </a:p>
        </p:txBody>
      </p:sp>
      <p:sp>
        <p:nvSpPr>
          <p:cNvPr id="9" name="layout-findings-heading Layout"/>
          <p:cNvSpPr txBox="1"/>
          <p:nvPr/>
        </p:nvSpPr>
        <p:spPr>
          <a:xfrm>
            <a:off x="8471916" y="2429828"/>
            <a:ext cx="9280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10" name="evidence-title-slot Placeholder"/>
          <p:cNvSpPr>
            <a:spLocks noGrp="1"/>
          </p:cNvSpPr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1" name="evidence-message-slot Placeholder"/>
          <p:cNvSpPr>
            <a:spLocks noGrp="1"/>
          </p:cNvSpPr>
          <p:nvPr>
            <p:ph type="body" idx="1"/>
          </p:nvPr>
        </p:nvSpPr>
        <p:spPr>
          <a:xfrm>
            <a:off x="742950" y="1562100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buNone/>
            </a:pPr>
            <a:r>
              <a:rPr lang="en-US" sz="158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evidence-object-slot Placeholder"/>
          <p:cNvSpPr>
            <a:spLocks noGrp="1"/>
          </p:cNvSpPr>
          <p:nvPr>
            <p:ph type="obj" idx="2"/>
          </p:nvPr>
        </p:nvSpPr>
        <p:spPr>
          <a:xfrm>
            <a:off x="762000" y="2724150"/>
            <a:ext cx="6972300" cy="302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420"/>
            </a:lvl1pPr>
          </a:lstStyle>
          <a:p>
            <a:pPr algn="l">
              <a:lnSpc>
                <a:spcPts val="1725"/>
              </a:lnSpc>
            </a:pPr>
            <a:r>
              <a:rPr lang="en-US" sz="14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13" name="evidence-findings-slot Placeholder"/>
          <p:cNvSpPr>
            <a:spLocks noGrp="1"/>
          </p:cNvSpPr>
          <p:nvPr>
            <p:ph type="body" idx="3"/>
          </p:nvPr>
        </p:nvSpPr>
        <p:spPr>
          <a:xfrm>
            <a:off x="8477250" y="2886075"/>
            <a:ext cx="2895600" cy="2867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evidence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15" name="evidence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025996F0-6022-4AC2-871A-6CFA4982C3E5}" type="slidenum"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94246945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eekly Update — Risks &amp; Deci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3" name="layout-risk-field Layout"/>
          <p:cNvSpPr/>
          <p:nvPr/>
        </p:nvSpPr>
        <p:spPr>
          <a:xfrm>
            <a:off x="514350" y="1428750"/>
            <a:ext cx="5286375" cy="2057400"/>
          </a:xfrm>
          <a:prstGeom prst="roundRect">
            <a:avLst>
              <a:gd name="adj" fmla="val 5556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4" name="layout-impact-field Layout"/>
          <p:cNvSpPr/>
          <p:nvPr/>
        </p:nvSpPr>
        <p:spPr>
          <a:xfrm>
            <a:off x="6048375" y="1428750"/>
            <a:ext cx="5572125" cy="20574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D71440"/>
            </a:solidFill>
          </a:ln>
        </p:spPr>
      </p:sp>
      <p:sp>
        <p:nvSpPr>
          <p:cNvPr id="5" name="layout-mitigation-field Layout"/>
          <p:cNvSpPr/>
          <p:nvPr/>
        </p:nvSpPr>
        <p:spPr>
          <a:xfrm>
            <a:off x="514350" y="3714750"/>
            <a:ext cx="5286375" cy="2362200"/>
          </a:xfrm>
          <a:prstGeom prst="roundRect">
            <a:avLst>
              <a:gd name="adj" fmla="val 4839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6" name="layout-decision-field Layout"/>
          <p:cNvSpPr/>
          <p:nvPr/>
        </p:nvSpPr>
        <p:spPr>
          <a:xfrm>
            <a:off x="6048375" y="3714750"/>
            <a:ext cx="5572125" cy="2362200"/>
          </a:xfrm>
          <a:prstGeom prst="roundRect">
            <a:avLst>
              <a:gd name="adj" fmla="val 4839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7" name="layout-risk-label Layout"/>
          <p:cNvSpPr/>
          <p:nvPr/>
        </p:nvSpPr>
        <p:spPr>
          <a:xfrm>
            <a:off x="514350" y="1428750"/>
            <a:ext cx="95250" cy="20574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8" name="layout-decision-label Layout"/>
          <p:cNvSpPr/>
          <p:nvPr/>
        </p:nvSpPr>
        <p:spPr>
          <a:xfrm>
            <a:off x="6048375" y="3714750"/>
            <a:ext cx="95250" cy="23622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9" name="layout-risk-heading Layout"/>
          <p:cNvSpPr txBox="1"/>
          <p:nvPr/>
        </p:nvSpPr>
        <p:spPr>
          <a:xfrm>
            <a:off x="794766" y="1639252"/>
            <a:ext cx="1131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RISK / BLOCKER</a:t>
            </a:r>
          </a:p>
        </p:txBody>
      </p:sp>
      <p:sp>
        <p:nvSpPr>
          <p:cNvPr id="10" name="layout-impact-heading Layout"/>
          <p:cNvSpPr txBox="1"/>
          <p:nvPr/>
        </p:nvSpPr>
        <p:spPr>
          <a:xfrm>
            <a:off x="6328791" y="1639252"/>
            <a:ext cx="30921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IMPACT ON SCOPE, EVIDENCE, OR TIMELINE</a:t>
            </a:r>
          </a:p>
        </p:txBody>
      </p:sp>
      <p:sp>
        <p:nvSpPr>
          <p:cNvPr id="11" name="layout-mitigation-heading Layout"/>
          <p:cNvSpPr txBox="1"/>
          <p:nvPr/>
        </p:nvSpPr>
        <p:spPr>
          <a:xfrm>
            <a:off x="794766" y="3925252"/>
            <a:ext cx="24962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MITIGATION / OWNER / CHECK DATE</a:t>
            </a:r>
          </a:p>
        </p:txBody>
      </p:sp>
      <p:sp>
        <p:nvSpPr>
          <p:cNvPr id="12" name="layout-decision-heading Layout"/>
          <p:cNvSpPr txBox="1"/>
          <p:nvPr/>
        </p:nvSpPr>
        <p:spPr>
          <a:xfrm>
            <a:off x="6328791" y="3925252"/>
            <a:ext cx="21512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OR SUPPORT NEEDED</a:t>
            </a:r>
          </a:p>
        </p:txBody>
      </p:sp>
      <p:sp>
        <p:nvSpPr>
          <p:cNvPr id="13" name="risk-title-slot Placeholder"/>
          <p:cNvSpPr>
            <a:spLocks noGrp="1"/>
          </p:cNvSpPr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4" name="risk-main-slot Placeholder"/>
          <p:cNvSpPr>
            <a:spLocks noGrp="1"/>
          </p:cNvSpPr>
          <p:nvPr>
            <p:ph type="body" idx="1"/>
          </p:nvPr>
        </p:nvSpPr>
        <p:spPr>
          <a:xfrm>
            <a:off x="800100" y="1924050"/>
            <a:ext cx="4714875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2325"/>
              </a:lnSpc>
              <a:buNone/>
            </a:pPr>
            <a:r>
              <a:rPr lang="en-US" sz="158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risk-impact-slot Placeholder"/>
          <p:cNvSpPr>
            <a:spLocks noGrp="1"/>
          </p:cNvSpPr>
          <p:nvPr>
            <p:ph type="body" idx="2"/>
          </p:nvPr>
        </p:nvSpPr>
        <p:spPr>
          <a:xfrm>
            <a:off x="6334125" y="1924050"/>
            <a:ext cx="5000625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2325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risk-mitigation-slot Placeholder"/>
          <p:cNvSpPr>
            <a:spLocks noGrp="1"/>
          </p:cNvSpPr>
          <p:nvPr>
            <p:ph type="body" idx="3"/>
          </p:nvPr>
        </p:nvSpPr>
        <p:spPr>
          <a:xfrm>
            <a:off x="800100" y="4210050"/>
            <a:ext cx="471487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2325"/>
              </a:lnSpc>
              <a:buNone/>
            </a:pPr>
            <a:r>
              <a:rPr lang="en-US" sz="1580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risk-decision-slot Placeholder"/>
          <p:cNvSpPr>
            <a:spLocks noGrp="1"/>
          </p:cNvSpPr>
          <p:nvPr>
            <p:ph type="body" idx="4"/>
          </p:nvPr>
        </p:nvSpPr>
        <p:spPr>
          <a:xfrm>
            <a:off x="6334125" y="4210050"/>
            <a:ext cx="500062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2325"/>
              </a:lnSpc>
              <a:buNone/>
            </a:pPr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risk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216A2D4A-E000-4D43-9EAB-3F2272606D2F}" type="slidenum"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034367406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eekly Update — Next-Week Commit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3" name="layout-action-line Layout"/>
          <p:cNvSpPr/>
          <p:nvPr/>
        </p:nvSpPr>
        <p:spPr>
          <a:xfrm>
            <a:off x="1009650" y="2238375"/>
            <a:ext cx="9525" cy="3076575"/>
          </a:xfrm>
          <a:custGeom>
            <a:avLst/>
            <a:gdLst/>
            <a:ahLst/>
            <a:cxnLst/>
            <a:rect l="l" t="t" r="r" b="b"/>
            <a:pathLst>
              <a:path w="9525" h="3076575">
                <a:moveTo>
                  <a:pt x="0" y="0"/>
                </a:moveTo>
                <a:lnTo>
                  <a:pt x="0" y="3076575"/>
                </a:lnTo>
              </a:path>
            </a:pathLst>
          </a:custGeom>
          <a:noFill/>
          <a:ln w="47625">
            <a:solidFill>
              <a:srgbClr val="C8C8C8"/>
            </a:solidFill>
          </a:ln>
        </p:spPr>
      </p:sp>
      <p:sp>
        <p:nvSpPr>
          <p:cNvPr id="4" name="layout-action-node-1 Layout"/>
          <p:cNvSpPr/>
          <p:nvPr/>
        </p:nvSpPr>
        <p:spPr>
          <a:xfrm>
            <a:off x="819150" y="2047875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5" name="layout-action-node-2 Layout"/>
          <p:cNvSpPr/>
          <p:nvPr/>
        </p:nvSpPr>
        <p:spPr>
          <a:xfrm>
            <a:off x="819150" y="3590925"/>
            <a:ext cx="381000" cy="381000"/>
          </a:xfrm>
          <a:prstGeom prst="ellipse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6" name="layout-action-node-3 Layout"/>
          <p:cNvSpPr/>
          <p:nvPr/>
        </p:nvSpPr>
        <p:spPr>
          <a:xfrm>
            <a:off x="819150" y="5124450"/>
            <a:ext cx="381000" cy="381000"/>
          </a:xfrm>
          <a:prstGeom prst="ellipse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7" name="layout-action-field-1 Layout"/>
          <p:cNvSpPr/>
          <p:nvPr/>
        </p:nvSpPr>
        <p:spPr>
          <a:xfrm>
            <a:off x="1466850" y="161925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8" name="layout-action-field-2 Layout"/>
          <p:cNvSpPr/>
          <p:nvPr/>
        </p:nvSpPr>
        <p:spPr>
          <a:xfrm>
            <a:off x="1466850" y="3162300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9" name="layout-action-field-3 Layout"/>
          <p:cNvSpPr/>
          <p:nvPr/>
        </p:nvSpPr>
        <p:spPr>
          <a:xfrm>
            <a:off x="1466850" y="4695825"/>
            <a:ext cx="6667500" cy="1238250"/>
          </a:xfrm>
          <a:prstGeom prst="roundRect">
            <a:avLst>
              <a:gd name="adj" fmla="val 9231"/>
            </a:avLst>
          </a:prstGeom>
          <a:solidFill>
            <a:srgbClr val="FCE9EE"/>
          </a:solidFill>
          <a:ln>
            <a:noFill/>
          </a:ln>
        </p:spPr>
      </p:sp>
      <p:sp>
        <p:nvSpPr>
          <p:cNvPr id="10" name="layout-owner-field Layout"/>
          <p:cNvSpPr/>
          <p:nvPr/>
        </p:nvSpPr>
        <p:spPr>
          <a:xfrm>
            <a:off x="8420100" y="1619250"/>
            <a:ext cx="3200400" cy="4314825"/>
          </a:xfrm>
          <a:prstGeom prst="roundRect">
            <a:avLst>
              <a:gd name="adj" fmla="val 3571"/>
            </a:avLst>
          </a:prstGeom>
          <a:solidFill>
            <a:srgbClr val="181C62"/>
          </a:solidFill>
          <a:ln>
            <a:noFill/>
          </a:ln>
        </p:spPr>
      </p:sp>
      <p:sp>
        <p:nvSpPr>
          <p:cNvPr id="11" name="layout-action-number-1 Layout"/>
          <p:cNvSpPr txBox="1"/>
          <p:nvPr/>
        </p:nvSpPr>
        <p:spPr>
          <a:xfrm>
            <a:off x="950315" y="215931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layout-action-number-2 Layout"/>
          <p:cNvSpPr txBox="1"/>
          <p:nvPr/>
        </p:nvSpPr>
        <p:spPr>
          <a:xfrm>
            <a:off x="950315" y="3702368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layout-action-number-3 Layout"/>
          <p:cNvSpPr txBox="1"/>
          <p:nvPr/>
        </p:nvSpPr>
        <p:spPr>
          <a:xfrm>
            <a:off x="950315" y="5235892"/>
            <a:ext cx="1186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layout-action-label-1 Layout"/>
          <p:cNvSpPr txBox="1"/>
          <p:nvPr/>
        </p:nvSpPr>
        <p:spPr>
          <a:xfrm>
            <a:off x="1747647" y="1809274"/>
            <a:ext cx="1517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DELIVERABLE 1 · BUILD</a:t>
            </a:r>
          </a:p>
        </p:txBody>
      </p:sp>
      <p:sp>
        <p:nvSpPr>
          <p:cNvPr id="15" name="layout-action-label-2 Layout"/>
          <p:cNvSpPr txBox="1"/>
          <p:nvPr/>
        </p:nvSpPr>
        <p:spPr>
          <a:xfrm>
            <a:off x="1747647" y="3352324"/>
            <a:ext cx="17589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DELIVERABLE 2 · VALIDATE</a:t>
            </a:r>
          </a:p>
        </p:txBody>
      </p:sp>
      <p:sp>
        <p:nvSpPr>
          <p:cNvPr id="16" name="layout-action-label-3 Layout"/>
          <p:cNvSpPr txBox="1"/>
          <p:nvPr/>
        </p:nvSpPr>
        <p:spPr>
          <a:xfrm>
            <a:off x="1747647" y="4885849"/>
            <a:ext cx="18541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DELIVERABLE 3 · DOCUMENT</a:t>
            </a:r>
          </a:p>
        </p:txBody>
      </p:sp>
      <p:sp>
        <p:nvSpPr>
          <p:cNvPr id="17" name="layout-owner-label Layout"/>
          <p:cNvSpPr txBox="1"/>
          <p:nvPr/>
        </p:nvSpPr>
        <p:spPr>
          <a:xfrm>
            <a:off x="8700516" y="1896428"/>
            <a:ext cx="25981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 · DUE DATE · SUCCESS CHECK</a:t>
            </a:r>
          </a:p>
        </p:txBody>
      </p:sp>
      <p:sp>
        <p:nvSpPr>
          <p:cNvPr id="18" name="next-title-slot Placeholder"/>
          <p:cNvSpPr>
            <a:spLocks noGrp="1"/>
          </p:cNvSpPr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9" name="next-action-1-slot Placeholder"/>
          <p:cNvSpPr>
            <a:spLocks noGrp="1"/>
          </p:cNvSpPr>
          <p:nvPr>
            <p:ph type="body" idx="1"/>
          </p:nvPr>
        </p:nvSpPr>
        <p:spPr>
          <a:xfrm>
            <a:off x="1752600" y="2057400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next-action-2-slot Placeholder"/>
          <p:cNvSpPr>
            <a:spLocks noGrp="1"/>
          </p:cNvSpPr>
          <p:nvPr>
            <p:ph type="body" idx="2"/>
          </p:nvPr>
        </p:nvSpPr>
        <p:spPr>
          <a:xfrm>
            <a:off x="1752600" y="3600450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next-action-3-slot Placeholder"/>
          <p:cNvSpPr>
            <a:spLocks noGrp="1"/>
          </p:cNvSpPr>
          <p:nvPr>
            <p:ph type="body" idx="3"/>
          </p:nvPr>
        </p:nvSpPr>
        <p:spPr>
          <a:xfrm>
            <a:off x="1752600" y="5133975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next-owner-slot Placeholder"/>
          <p:cNvSpPr>
            <a:spLocks noGrp="1"/>
          </p:cNvSpPr>
          <p:nvPr>
            <p:ph type="body" idx="4"/>
          </p:nvPr>
        </p:nvSpPr>
        <p:spPr>
          <a:xfrm>
            <a:off x="8705850" y="2228850"/>
            <a:ext cx="26289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2025"/>
              </a:lnSpc>
              <a:buNone/>
            </a:pPr>
            <a:r>
              <a:rPr lang="en-US" sz="15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23" name="next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1B0C2861-7D5A-43F0-A0E9-AB7F3B3B7BA3}" type="slidenum"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400950491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eekly Update — Open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3" name="layout-open-canvas-frame Layout"/>
          <p:cNvSpPr/>
          <p:nvPr/>
        </p:nvSpPr>
        <p:spPr>
          <a:xfrm>
            <a:off x="514350" y="1304925"/>
            <a:ext cx="1110615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4" name="open-canvas-title-slot Placeholder"/>
          <p:cNvSpPr>
            <a:spLocks noGrp="1"/>
          </p:cNvSpPr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open-canvas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6" name="open-canvas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E9BA1BD5-C548-48DA-80EE-81ABECE43436}" type="slidenum"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203454036"/>
      </p:ext>
    </p:extLst>
  </p:cSld>
  <p:clrMapOvr>
    <a:masterClrMapping/>
  </p:clrMapOvr>
  <p:hf hdr="0" dt="0" ftr="1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eekly Update — Single-Image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3" name="layout-single-image-frame Layout"/>
          <p:cNvSpPr/>
          <p:nvPr/>
        </p:nvSpPr>
        <p:spPr>
          <a:xfrm>
            <a:off x="514350" y="1304925"/>
            <a:ext cx="7810500" cy="4772025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4" name="layout-single-image-description Layout"/>
          <p:cNvSpPr/>
          <p:nvPr/>
        </p:nvSpPr>
        <p:spPr>
          <a:xfrm>
            <a:off x="8572500" y="1304925"/>
            <a:ext cx="3048000" cy="4772025"/>
          </a:xfrm>
          <a:prstGeom prst="roundRect">
            <a:avLst>
              <a:gd name="adj" fmla="val 3125"/>
            </a:avLst>
          </a:prstGeom>
          <a:solidFill>
            <a:srgbClr val="EEF1FA"/>
          </a:solidFill>
          <a:ln>
            <a:noFill/>
          </a:ln>
        </p:spPr>
      </p:sp>
      <p:sp>
        <p:nvSpPr>
          <p:cNvPr id="5" name="layout-single-image-accent Layout"/>
          <p:cNvSpPr/>
          <p:nvPr/>
        </p:nvSpPr>
        <p:spPr>
          <a:xfrm>
            <a:off x="8572500" y="1304925"/>
            <a:ext cx="3048000" cy="1143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6" name="layout-single-image-label Layout"/>
          <p:cNvSpPr txBox="1"/>
          <p:nvPr/>
        </p:nvSpPr>
        <p:spPr>
          <a:xfrm>
            <a:off x="8815197" y="1647349"/>
            <a:ext cx="12905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IMAGE DESCRIPTION</a:t>
            </a:r>
          </a:p>
        </p:txBody>
      </p:sp>
      <p:sp>
        <p:nvSpPr>
          <p:cNvPr id="7" name="single-image-title-slot Placeholder"/>
          <p:cNvSpPr>
            <a:spLocks noGrp="1"/>
          </p:cNvSpPr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single-image-picture-slot Placeholder"/>
          <p:cNvSpPr>
            <a:spLocks noGrp="1"/>
          </p:cNvSpPr>
          <p:nvPr>
            <p:ph type="pic" idx="1"/>
          </p:nvPr>
        </p:nvSpPr>
        <p:spPr>
          <a:xfrm>
            <a:off x="552450" y="1343025"/>
            <a:ext cx="7734300" cy="469582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single-image-description-slot Placeholder"/>
          <p:cNvSpPr>
            <a:spLocks noGrp="1"/>
          </p:cNvSpPr>
          <p:nvPr>
            <p:ph type="body" idx="2"/>
          </p:nvPr>
        </p:nvSpPr>
        <p:spPr>
          <a:xfrm>
            <a:off x="8820150" y="1981200"/>
            <a:ext cx="2552700" cy="3600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/>
            </a:lvl1pPr>
          </a:lstStyle>
          <a:p>
            <a:pPr algn="l" marL="0" indent="0">
              <a:lnSpc>
                <a:spcPts val="1650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10" name="single-image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11" name="single-image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0DB99CAE-A1F1-4156-8B68-85B1E2B0D49F}" type="slidenum"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898719849"/>
      </p:ext>
    </p:extLst>
  </p:cSld>
  <p:clrMapOvr>
    <a:masterClrMapping/>
  </p:clrMapOvr>
  <p:hf hdr="0" dt="0" ftr="1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eekly Update — Multi-Image 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title-rule Layout"/>
          <p:cNvSpPr/>
          <p:nvPr/>
        </p:nvSpPr>
        <p:spPr>
          <a:xfrm>
            <a:off x="514350" y="1000125"/>
            <a:ext cx="1524000" cy="47625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3" name="layout-multi-image-guide Layout"/>
          <p:cNvSpPr txBox="1"/>
          <p:nvPr/>
        </p:nvSpPr>
        <p:spPr>
          <a:xfrm>
            <a:off x="8416388" y="713899"/>
            <a:ext cx="10564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b="1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USE 2–4 IMAGES</a:t>
            </a:r>
          </a:p>
        </p:txBody>
      </p:sp>
      <p:sp>
        <p:nvSpPr>
          <p:cNvPr id="4" name="layout-image-card-1 Layout"/>
          <p:cNvSpPr/>
          <p:nvPr/>
        </p:nvSpPr>
        <p:spPr>
          <a:xfrm>
            <a:off x="514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5" name="layout-image-caption-1 Layout"/>
          <p:cNvSpPr/>
          <p:nvPr/>
        </p:nvSpPr>
        <p:spPr>
          <a:xfrm>
            <a:off x="514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6" name="layout-image-card-2 Layout"/>
          <p:cNvSpPr/>
          <p:nvPr/>
        </p:nvSpPr>
        <p:spPr>
          <a:xfrm>
            <a:off x="6229350" y="130492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7" name="layout-image-caption-2 Layout"/>
          <p:cNvSpPr/>
          <p:nvPr/>
        </p:nvSpPr>
        <p:spPr>
          <a:xfrm>
            <a:off x="6229350" y="315277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8" name="layout-image-card-3 Layout"/>
          <p:cNvSpPr/>
          <p:nvPr/>
        </p:nvSpPr>
        <p:spPr>
          <a:xfrm>
            <a:off x="514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9" name="layout-image-caption-3 Layout"/>
          <p:cNvSpPr/>
          <p:nvPr/>
        </p:nvSpPr>
        <p:spPr>
          <a:xfrm>
            <a:off x="514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0" name="layout-image-card-4 Layout"/>
          <p:cNvSpPr/>
          <p:nvPr/>
        </p:nvSpPr>
        <p:spPr>
          <a:xfrm>
            <a:off x="6229350" y="3686175"/>
            <a:ext cx="5391150" cy="2209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</p:spPr>
      </p:sp>
      <p:sp>
        <p:nvSpPr>
          <p:cNvPr id="11" name="layout-image-caption-4 Layout"/>
          <p:cNvSpPr/>
          <p:nvPr/>
        </p:nvSpPr>
        <p:spPr>
          <a:xfrm>
            <a:off x="6229350" y="5534025"/>
            <a:ext cx="5391150" cy="361950"/>
          </a:xfrm>
          <a:prstGeom prst="rect">
            <a:avLst/>
          </a:prstGeom>
          <a:solidFill>
            <a:srgbClr val="EEF1FA"/>
          </a:solidFill>
          <a:ln>
            <a:noFill/>
          </a:ln>
        </p:spPr>
      </p:sp>
      <p:sp>
        <p:nvSpPr>
          <p:cNvPr id="12" name="multi-image-title-slot Placeholder"/>
          <p:cNvSpPr>
            <a:spLocks noGrp="1"/>
          </p:cNvSpPr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13" name="multi-image-picture-1-slot Placeholder"/>
          <p:cNvSpPr>
            <a:spLocks noGrp="1"/>
          </p:cNvSpPr>
          <p:nvPr>
            <p:ph type="pic" idx="1"/>
          </p:nvPr>
        </p:nvSpPr>
        <p:spPr>
          <a:xfrm>
            <a:off x="552450" y="1343025"/>
            <a:ext cx="5314950" cy="1771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4" name="multi-image-picture-2-slot Placeholder"/>
          <p:cNvSpPr>
            <a:spLocks noGrp="1"/>
          </p:cNvSpPr>
          <p:nvPr>
            <p:ph type="pic" idx="2"/>
          </p:nvPr>
        </p:nvSpPr>
        <p:spPr>
          <a:xfrm>
            <a:off x="6267450" y="1343025"/>
            <a:ext cx="5314950" cy="1771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5" name="multi-image-picture-3-slot Placeholder"/>
          <p:cNvSpPr>
            <a:spLocks noGrp="1"/>
          </p:cNvSpPr>
          <p:nvPr>
            <p:ph type="pic" idx="3"/>
          </p:nvPr>
        </p:nvSpPr>
        <p:spPr>
          <a:xfrm>
            <a:off x="552450" y="3724275"/>
            <a:ext cx="5314950" cy="1771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6" name="multi-image-picture-4-slot Placeholder"/>
          <p:cNvSpPr>
            <a:spLocks noGrp="1"/>
          </p:cNvSpPr>
          <p:nvPr>
            <p:ph type="pic" idx="4"/>
          </p:nvPr>
        </p:nvSpPr>
        <p:spPr>
          <a:xfrm>
            <a:off x="6267450" y="3724275"/>
            <a:ext cx="5314950" cy="17716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7" name="multi-image-caption-1-slot Placeholder"/>
          <p:cNvSpPr>
            <a:spLocks noGrp="1"/>
          </p:cNvSpPr>
          <p:nvPr>
            <p:ph type="obj" idx="5"/>
          </p:nvPr>
        </p:nvSpPr>
        <p:spPr>
          <a:xfrm>
            <a:off x="685800" y="320040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120"/>
            </a:lvl1pPr>
          </a:lstStyle>
          <a:p>
            <a:pPr algn="l"/>
            <a:r>
              <a:rPr lang="en-US" sz="11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18" name="multi-image-caption-2-slot Placeholder"/>
          <p:cNvSpPr>
            <a:spLocks noGrp="1"/>
          </p:cNvSpPr>
          <p:nvPr>
            <p:ph type="obj" idx="6"/>
          </p:nvPr>
        </p:nvSpPr>
        <p:spPr>
          <a:xfrm>
            <a:off x="6400800" y="320040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120"/>
            </a:lvl1pPr>
          </a:lstStyle>
          <a:p>
            <a:pPr algn="l"/>
            <a:r>
              <a:rPr lang="en-US" sz="11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19" name="multi-image-caption-3-slot Placeholder"/>
          <p:cNvSpPr>
            <a:spLocks noGrp="1"/>
          </p:cNvSpPr>
          <p:nvPr>
            <p:ph type="obj" idx="7"/>
          </p:nvPr>
        </p:nvSpPr>
        <p:spPr>
          <a:xfrm>
            <a:off x="685800" y="558165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120"/>
            </a:lvl1pPr>
          </a:lstStyle>
          <a:p>
            <a:pPr algn="l"/>
            <a:r>
              <a:rPr lang="en-US" sz="11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20" name="multi-image-caption-4-slot Placeholder"/>
          <p:cNvSpPr>
            <a:spLocks noGrp="1"/>
          </p:cNvSpPr>
          <p:nvPr>
            <p:ph type="obj" idx="8"/>
          </p:nvPr>
        </p:nvSpPr>
        <p:spPr>
          <a:xfrm>
            <a:off x="6400800" y="558165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120"/>
            </a:lvl1pPr>
          </a:lstStyle>
          <a:p>
            <a:pPr algn="l"/>
            <a:r>
              <a:rPr lang="en-US" sz="11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21" name="multi-image-source-slot Placeholder"/>
          <p:cNvSpPr>
            <a:spLocks noGrp="1"/>
          </p:cNvSpPr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22" name="multi-image-page-slot Placeholder"/>
          <p:cNvSpPr>
            <a:spLocks noGrp="1"/>
          </p:cNvSpPr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900"/>
            </a:lvl1pPr>
          </a:lstStyle>
          <a:p>
            <a:pPr algn="ctr"/>
            <a:fld id="{9C90A0DA-7610-4D4E-A86F-66CC8689B5C7}" type="slidenum"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533852622"/>
      </p:ext>
    </p:extLst>
  </p:cSld>
  <p:clrMapOvr>
    <a:masterClrMapping/>
  </p:clrMapOvr>
  <p:hf hdr="0" dt="0" ftr="1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Weekly Update —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-ending-eee-background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0"/>
            <a:ext cx="12020550" cy="6572250"/>
          </a:xfrm>
          <a:prstGeom prst="rect">
            <a:avLst/>
          </a:prstGeom>
        </p:spPr>
      </p:pic>
      <p:sp>
        <p:nvSpPr>
          <p:cNvPr id="3" name="layout-ending-white-overlay Layout"/>
          <p:cNvSpPr/>
          <p:nvPr/>
        </p:nvSpPr>
        <p:spPr>
          <a:xfrm>
            <a:off x="171450" y="0"/>
            <a:ext cx="12020550" cy="657225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</p:spPr>
      </p:sp>
      <p:sp>
        <p:nvSpPr>
          <p:cNvPr id="4" name="layout-ending-logo-plate Layout"/>
          <p:cNvSpPr/>
          <p:nvPr/>
        </p:nvSpPr>
        <p:spPr>
          <a:xfrm>
            <a:off x="9620250" y="171450"/>
            <a:ext cx="2266950" cy="838200"/>
          </a:xfrm>
          <a:prstGeom prst="roundRect">
            <a:avLst>
              <a:gd name="adj" fmla="val 6818"/>
            </a:avLst>
          </a:prstGeom>
          <a:solidFill>
            <a:srgbClr val="FFFFFF">
              <a:alpha val="94000"/>
            </a:srgbClr>
          </a:solidFill>
          <a:ln>
            <a:noFill/>
          </a:ln>
        </p:spPr>
      </p:sp>
      <p:pic>
        <p:nvPicPr>
          <p:cNvPr id="5" name="layout-ending-logo 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435" y="247650"/>
            <a:ext cx="1910579" cy="685800"/>
          </a:xfrm>
          <a:prstGeom prst="rect">
            <a:avLst/>
          </a:prstGeom>
        </p:spPr>
      </p:pic>
      <p:sp>
        <p:nvSpPr>
          <p:cNvPr id="6" name="layout-ending-kicker Layout"/>
          <p:cNvSpPr txBox="1"/>
          <p:nvPr/>
        </p:nvSpPr>
        <p:spPr>
          <a:xfrm>
            <a:off x="4822500" y="2404110"/>
            <a:ext cx="27184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EE6008 · HUMAN POSE ANALYTICS</a:t>
            </a:r>
          </a:p>
        </p:txBody>
      </p:sp>
      <p:sp>
        <p:nvSpPr>
          <p:cNvPr id="7" name="layout-ending-red-rule Layout"/>
          <p:cNvSpPr/>
          <p:nvPr/>
        </p:nvSpPr>
        <p:spPr>
          <a:xfrm>
            <a:off x="5419725" y="3524250"/>
            <a:ext cx="1524000" cy="5715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sp>
        <p:nvSpPr>
          <p:cNvPr id="8" name="ending-title-slot Placeholder"/>
          <p:cNvSpPr>
            <a:spLocks noGrp="1"/>
          </p:cNvSpPr>
          <p:nvPr>
            <p:ph type="title"/>
          </p:nvPr>
        </p:nvSpPr>
        <p:spPr>
          <a:xfrm>
            <a:off x="1895475" y="2667000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050"/>
            </a:lvl1pPr>
          </a:lstStyle>
          <a:p>
            <a:pPr algn="ctr"/>
            <a:r>
              <a:rPr lang="en-US" sz="405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val="621691790"/>
      </p:ext>
    </p:extLst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image" Target="../media/image_45535780334a04c2.png"/>
  <Relationship Id="rId14" Type="http://schemas.openxmlformats.org/officeDocument/2006/relationships/slideLayout" Target="../slideLayouts/slideLayout12.xml"/>
  <Relationship Id="rId15" Type="http://schemas.openxmlformats.org/officeDocument/2006/relationships/slideLayout" Target="../slideLayouts/slideLayout13.xml"/>
  <Relationship Id="rId16" Type="http://schemas.openxmlformats.org/officeDocument/2006/relationships/slideLayout" Target="../slideLayouts/slideLayout14.xml"/>
  <Relationship Id="rId17" Type="http://schemas.openxmlformats.org/officeDocument/2006/relationships/slideLayout" Target="../slideLayouts/slideLayout15.xml"/>
  <Relationship Id="rId18" Type="http://schemas.openxmlformats.org/officeDocument/2006/relationships/slideLayout" Target="../slideLayouts/slideLayout16.xml"/>
  <Relationship Id="rId19" Type="http://schemas.openxmlformats.org/officeDocument/2006/relationships/slideLayout" Target="../slideLayouts/slideLayout17.xml"/>
  <Relationship Id="rId20" Type="http://schemas.openxmlformats.org/officeDocument/2006/relationships/slideLayout" Target="../slideLayouts/slideLayout18.xml"/>
  <Relationship Id="rId21" Type="http://schemas.openxmlformats.org/officeDocument/2006/relationships/slideLayout" Target="../slideLayouts/slideLayout19.xml"/>
  <Relationship Id="rId22" Type="http://schemas.openxmlformats.org/officeDocument/2006/relationships/slideLayout" Target="../slideLayouts/slideLayout20.xml"/>
  <Relationship Id="rId23" Type="http://schemas.openxmlformats.org/officeDocument/2006/relationships/slideLayout" Target="../slideLayouts/slideLayout21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NTU Weekly Resear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-identity-rail Master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D71440"/>
          </a:solidFill>
          <a:ln>
            <a:noFill/>
          </a:ln>
        </p:spPr>
      </p:sp>
      <p:pic>
        <p:nvPicPr>
          <p:cNvPr id="3" name="master-logo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0" y="228600"/>
            <a:ext cx="1905000" cy="685800"/>
          </a:xfrm>
          <a:prstGeom prst="rect">
            <a:avLst/>
          </a:prstGeom>
        </p:spPr>
      </p:pic>
      <p:sp>
        <p:nvSpPr>
          <p:cNvPr id="4" name="master-footer-band Master"/>
          <p:cNvSpPr/>
          <p:nvPr/>
        </p:nvSpPr>
        <p:spPr>
          <a:xfrm>
            <a:off x="171450" y="6572250"/>
            <a:ext cx="12020550" cy="285750"/>
          </a:xfrm>
          <a:prstGeom prst="rect">
            <a:avLst/>
          </a:prstGeom>
          <a:solidFill>
            <a:srgbClr val="181C62"/>
          </a:solidFill>
          <a:ln>
            <a:noFill/>
          </a:ln>
        </p:spPr>
      </p:sp>
      <p:sp>
        <p:nvSpPr>
          <p:cNvPr id="5" name="master-footer-label Master"/>
          <p:cNvSpPr txBox="1"/>
          <p:nvPr/>
        </p:nvSpPr>
        <p:spPr>
          <a:xfrm>
            <a:off x="471297" y="6667024"/>
            <a:ext cx="21147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HUMAN POSE ANALYTICS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  <Relationship Id="rId2" Type="http://schemas.openxmlformats.org/officeDocument/2006/relationships/image" Target="../media/image_45535780334a04c2.png"/>
  <Relationship Id="rId3" Type="http://schemas.openxmlformats.org/officeDocument/2006/relationships/image" Target="../media/image_6e4d9cce5715142a.jp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  <Relationship Id="rId2" Type="http://schemas.openxmlformats.org/officeDocument/2006/relationships/image" Target="../media/image_45535780334a04c2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  <Relationship Id="rId2" Type="http://schemas.openxmlformats.org/officeDocument/2006/relationships/image" Target="../media/image_45535780334a04c2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  <Relationship Id="rId2" Type="http://schemas.openxmlformats.org/officeDocument/2006/relationships/image" Target="../media/image_45535780334a04c2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  <Relationship Id="rId2" Type="http://schemas.openxmlformats.org/officeDocument/2006/relationships/image" Target="../media/image_45535780334a04c2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7.xml"/>
  <Relationship Id="rId2" Type="http://schemas.openxmlformats.org/officeDocument/2006/relationships/image" Target="../media/image_45535780334a04c2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8.xml"/>
  <Relationship Id="rId2" Type="http://schemas.openxmlformats.org/officeDocument/2006/relationships/image" Target="../media/image_45535780334a04c2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9.xml"/>
  <Relationship Id="rId2" Type="http://schemas.openxmlformats.org/officeDocument/2006/relationships/image" Target="../media/image_45535780334a04c2.png"/>
  <Relationship Id="rId3" Type="http://schemas.openxmlformats.org/officeDocument/2006/relationships/image" Target="../media/image_1721e780def30519.jp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20.xml"/>
  <Relationship Id="rId2" Type="http://schemas.openxmlformats.org/officeDocument/2006/relationships/image" Target="../media/image_45535780334a04c2.png"/>
  <Relationship Id="rId3" Type="http://schemas.openxmlformats.org/officeDocument/2006/relationships/image" Target="../media/image_1721e780def30519.jpg"/>
  <Relationship Id="rId4" Type="http://schemas.openxmlformats.org/officeDocument/2006/relationships/image" Target="../media/image_6e4d9cce5715142a.jpg"/>
  <Relationship Id="rId5" Type="http://schemas.openxmlformats.org/officeDocument/2006/relationships/image" Target="../media/image_ea3730ccacb7b84e.jpg"/>
  <Relationship Id="rId6" Type="http://schemas.openxmlformats.org/officeDocument/2006/relationships/image" Target="../media/image_595dac7b24db2551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21.xml"/>
  <Relationship Id="rId2" Type="http://schemas.openxmlformats.org/officeDocument/2006/relationships/image" Target="../media/image_45535780334a04c2.png"/>
  <Relationship Id="rId3" Type="http://schemas.openxmlformats.org/officeDocument/2006/relationships/image" Target="../media/image_1721e780def30519.jpg"/>
  <Relationship Id="rId4" Type="http://schemas.openxmlformats.org/officeDocument/2006/relationships/image" Target="../media/image_45535780334a04c2.png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cover-photo-module-slot Proxy Content"/>
          <p:cNvGrpSpPr/>
          <p:nvPr/>
        </p:nvGrpSpPr>
        <p:grpSpPr>
          <a:xfrm>
            <a:off x="3714750" y="1200150"/>
            <a:ext cx="8429625" cy="3905250"/>
            <a:chOff x="3714750" y="1200150"/>
            <a:chExt cx="8429625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>
              <a:alphaModFix amt="56000"/>
            </a:blip>
            <a:stretch>
              <a:fillRect/>
            </a:stretch>
          </p:blipFill>
          <p:spPr>
            <a:xfrm>
              <a:off x="3762375" y="1200150"/>
              <a:ext cx="8382000" cy="3905250"/>
            </a:xfrm>
            <a:prstGeom prst="rect">
              <a:avLst/>
            </a:prstGeom>
          </p:spPr>
        </p:pic>
        <p:sp>
          <p:nvSpPr>
            <p:cNvPr id="9" name="Freeform 9"/>
            <p:cNvSpPr/>
            <p:nvPr/>
          </p:nvSpPr>
          <p:spPr>
            <a:xfrm>
              <a:off x="3714750" y="1200150"/>
              <a:ext cx="1714500" cy="3905250"/>
            </a:xfrm>
            <a:custGeom>
              <a:avLst/>
              <a:gdLst/>
              <a:ahLst/>
              <a:cxnLst/>
              <a:rect l="l" t="t" r="r" b="b"/>
              <a:pathLst>
                <a:path w="1714500" h="3905250">
                  <a:moveTo>
                    <a:pt x="0" y="0"/>
                  </a:moveTo>
                  <a:lnTo>
                    <a:pt x="1714500" y="0"/>
                  </a:lnTo>
                  <a:lnTo>
                    <a:pt x="1047750" y="3905250"/>
                  </a:lnTo>
                  <a:lnTo>
                    <a:pt x="0" y="3905250"/>
                  </a:lnTo>
                  <a:close/>
                </a:path>
              </a:pathLst>
            </a:custGeom>
            <a:solidFill>
              <a:srgbClr val="FFFFFF">
                <a:alpha val="82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4476750" y="1200150"/>
              <a:ext cx="809625" cy="3905250"/>
            </a:xfrm>
            <a:custGeom>
              <a:avLst/>
              <a:gdLst/>
              <a:ahLst/>
              <a:cxnLst/>
              <a:rect l="l" t="t" r="r" b="b"/>
              <a:pathLst>
                <a:path w="809625" h="3905250">
                  <a:moveTo>
                    <a:pt x="809625" y="0"/>
                  </a:moveTo>
                  <a:lnTo>
                    <a:pt x="0" y="3905250"/>
                  </a:lnTo>
                </a:path>
              </a:pathLst>
            </a:custGeom>
            <a:noFill/>
            <a:ln w="28575">
              <a:solidFill>
                <a:srgbClr val="D71440">
                  <a:alpha val="62000"/>
                </a:srgbClr>
              </a:solidFill>
            </a:ln>
          </p:spPr>
        </p:sp>
      </p:grpSp>
      <p:sp>
        <p:nvSpPr>
          <p:cNvPr id="12" name="cover-title-slot Placeholder Carrier"/>
          <p:cNvSpPr txBox="1"/>
          <p:nvPr>
            <p:ph type="title"/>
          </p:nvPr>
        </p:nvSpPr>
        <p:spPr>
          <a:xfrm>
            <a:off x="914400" y="1428750"/>
            <a:ext cx="5143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15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Human Pose Analytics</a:t>
            </a:r>
          </a:p>
        </p:txBody>
      </p:sp>
      <p:sp>
        <p:nvSpPr>
          <p:cNvPr id="13" name="cover-subtitle-slot Placeholder Carrier"/>
          <p:cNvSpPr txBox="1"/>
          <p:nvPr>
            <p:ph type="subTitle" idx="1"/>
          </p:nvPr>
        </p:nvSpPr>
        <p:spPr>
          <a:xfrm>
            <a:off x="914400" y="3028950"/>
            <a:ext cx="5143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7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Weekly research update · Subtitle</a:t>
            </a:r>
          </a:p>
        </p:txBody>
      </p:sp>
      <p:sp>
        <p:nvSpPr>
          <p:cNvPr id="14" name="cover-date-slot Placeholder Carrier"/>
          <p:cNvSpPr txBox="1"/>
          <p:nvPr>
            <p:ph type="dt" idx="2"/>
          </p:nvPr>
        </p:nvSpPr>
        <p:spPr>
          <a:xfrm>
            <a:off x="914400" y="4171950"/>
            <a:ext cx="23812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Week ending · YYYY-MM-DD</a:t>
            </a:r>
          </a:p>
        </p:txBody>
      </p:sp>
      <p:sp>
        <p:nvSpPr>
          <p:cNvPr id="15" name="cover-author-slot Placeholder Carrier"/>
          <p:cNvSpPr txBox="1"/>
          <p:nvPr>
            <p:ph type="body" idx="3"/>
          </p:nvPr>
        </p:nvSpPr>
        <p:spPr>
          <a:xfrm>
            <a:off x="914400" y="46863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Presenter · Author</a:t>
            </a:r>
          </a:p>
        </p:txBody>
      </p:sp>
      <p:sp>
        <p:nvSpPr>
          <p:cNvPr id="16" name="Placeholder Binding obj 4" hidden="1"/>
          <p:cNvSpPr>
            <a:spLocks noGrp="1"/>
          </p:cNvSpPr>
          <p:nvPr>
            <p:ph type="obj" idx="4"/>
          </p:nvPr>
        </p:nvSpPr>
        <p:spPr>
          <a:xfrm>
            <a:off x="3714750" y="1200150"/>
            <a:ext cx="8477250" cy="39052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napshot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Weekly Snapshot &amp; Milestone</a:t>
            </a:r>
          </a:p>
        </p:txBody>
      </p:sp>
      <p:sp>
        <p:nvSpPr>
          <p:cNvPr id="28" name="snapshot-key-message-slot Placeholder Carrier"/>
          <p:cNvSpPr txBox="1"/>
          <p:nvPr>
            <p:ph type="body" idx="1"/>
          </p:nvPr>
        </p:nvSpPr>
        <p:spPr>
          <a:xfrm>
            <a:off x="781050" y="1847850"/>
            <a:ext cx="699135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Key Message</a:t>
            </a:r>
          </a:p>
          <a:p>
            <a:pPr algn="l" marL="0" indent="0">
              <a:lnSpc>
                <a:spcPts val="2100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State the one result or decision the supervisor should remember.</a:t>
            </a:r>
          </a:p>
        </p:txBody>
      </p:sp>
      <p:sp>
        <p:nvSpPr>
          <p:cNvPr id="29" name="snapshot-status-slot Placeholder Carrier"/>
          <p:cNvSpPr txBox="1"/>
          <p:nvPr>
            <p:ph idx="2"/>
          </p:nvPr>
        </p:nvSpPr>
        <p:spPr>
          <a:xfrm>
            <a:off x="8610600" y="1809750"/>
            <a:ext cx="27051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ts val="2025"/>
              </a:lnSpc>
            </a:pPr>
            <a:r>
              <a:rPr lang="en-US" sz="18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  <a:p>
            <a:pPr algn="ctr">
              <a:lnSpc>
                <a:spcPts val="2025"/>
              </a:lnSpc>
            </a:pPr>
            <a:r>
              <a:rPr lang="en-US" sz="980" dirty="0">
                <a:solidFill>
                  <a:srgbClr val="C8C8C8"/>
                </a:solidFill>
                <a:latin typeface="Arial"/>
                <a:ea typeface="Arial"/>
                <a:cs typeface="Arial"/>
              </a:rPr>
              <a:t>ON TRACK · AT RISK · BLOCKED</a:t>
            </a:r>
          </a:p>
        </p:txBody>
      </p:sp>
      <p:sp>
        <p:nvSpPr>
          <p:cNvPr id="30" name="snapshot-milestone-slot Placeholder Carrier"/>
          <p:cNvSpPr txBox="1"/>
          <p:nvPr>
            <p:ph type="body" idx="3"/>
          </p:nvPr>
        </p:nvSpPr>
        <p:spPr>
          <a:xfrm>
            <a:off x="800100" y="3638550"/>
            <a:ext cx="1053465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Milestone</a:t>
            </a:r>
          </a:p>
          <a:p>
            <a:pPr algn="l" marL="0" indent="0">
              <a:lnSpc>
                <a:spcPts val="2250"/>
              </a:lnSpc>
              <a:buNone/>
            </a:pPr>
            <a:r>
              <a:rPr lang="en-US" sz="11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Evidence completed: … | Current blocker: … | Next checkpoint: …</a:t>
            </a:r>
          </a:p>
        </p:txBody>
      </p:sp>
      <p:sp>
        <p:nvSpPr>
          <p:cNvPr id="31" name="snapshot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32" name="snapshot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hnical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Technical Progress</a:t>
            </a:r>
          </a:p>
        </p:txBody>
      </p:sp>
      <p:sp>
        <p:nvSpPr>
          <p:cNvPr id="16" name="technical-progress-slot Placeholder Carrier"/>
          <p:cNvSpPr txBox="1"/>
          <p:nvPr>
            <p:ph type="body" idx="1"/>
          </p:nvPr>
        </p:nvSpPr>
        <p:spPr>
          <a:xfrm>
            <a:off x="762000" y="2000250"/>
            <a:ext cx="264795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1875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Technical Progress</a:t>
            </a:r>
          </a:p>
          <a:p>
            <a:pPr algn="l" marL="0" indent="0">
              <a:lnSpc>
                <a:spcPts val="1875"/>
              </a:lnSpc>
              <a:spcBef>
                <a:spcPts val="525"/>
              </a:spcBef>
              <a:buNone/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Completed · In progress · Blocked</a:t>
            </a:r>
            <a:br/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Include the concrete output, not only the activity.</a:t>
            </a:r>
          </a:p>
        </p:txBody>
      </p:sp>
      <p:sp>
        <p:nvSpPr>
          <p:cNvPr id="17" name="technical-object-slot Placeholder Carrier"/>
          <p:cNvSpPr txBox="1"/>
          <p:nvPr>
            <p:ph idx="2"/>
          </p:nvPr>
        </p:nvSpPr>
        <p:spPr>
          <a:xfrm>
            <a:off x="4171950" y="2000250"/>
            <a:ext cx="422910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en-US" sz="14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Content Area</a:t>
            </a:r>
          </a:p>
          <a:p>
            <a:pPr algn="l">
              <a:lnSpc>
                <a:spcPts val="1650"/>
              </a:lnSpc>
              <a:spcBef>
                <a:spcPts val="600"/>
              </a:spcBef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Recommended: module diagram, interface contract,</a:t>
            </a:r>
            <a:br/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training pipeline, code evidence, or data-flow change.</a:t>
            </a:r>
          </a:p>
        </p:txBody>
      </p:sp>
      <p:sp>
        <p:nvSpPr>
          <p:cNvPr id="18" name="technical-finding-slot Placeholder Carrier"/>
          <p:cNvSpPr txBox="1"/>
          <p:nvPr>
            <p:ph type="body" idx="3"/>
          </p:nvPr>
        </p:nvSpPr>
        <p:spPr>
          <a:xfrm>
            <a:off x="9163050" y="2019300"/>
            <a:ext cx="2209800" cy="3467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Finding</a:t>
            </a:r>
          </a:p>
          <a:p>
            <a:pPr algn="l" marL="0" indent="0">
              <a:lnSpc>
                <a:spcPts val="165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C8C8C8"/>
                </a:solidFill>
                <a:latin typeface="Arial"/>
                <a:ea typeface="Arial"/>
                <a:cs typeface="Arial"/>
              </a:rPr>
              <a:t>Why it matters:</a:t>
            </a:r>
          </a:p>
          <a:p>
            <a:pPr algn="l" marL="0" indent="0">
              <a:lnSpc>
                <a:spcPts val="1650"/>
              </a:lnSpc>
              <a:spcBef>
                <a:spcPts val="150"/>
              </a:spcBef>
              <a:buNone/>
            </a:pPr>
            <a:r>
              <a:rPr lang="en-US" sz="11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changed in the design,</a:t>
            </a:r>
            <a:br/>
            <a:r>
              <a:rPr lang="en-US" sz="112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evidence, or next decision?</a:t>
            </a:r>
          </a:p>
        </p:txBody>
      </p:sp>
      <p:sp>
        <p:nvSpPr>
          <p:cNvPr id="19" name="technical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0" name="technical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vidence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Experimental Evidence</a:t>
            </a:r>
          </a:p>
        </p:txBody>
      </p:sp>
      <p:sp>
        <p:nvSpPr>
          <p:cNvPr id="16" name="evidence-message-slot Placeholder Carrier"/>
          <p:cNvSpPr txBox="1"/>
          <p:nvPr>
            <p:ph type="body" idx="1"/>
          </p:nvPr>
        </p:nvSpPr>
        <p:spPr>
          <a:xfrm>
            <a:off x="742950" y="1562100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158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Key Message</a:t>
            </a:r>
          </a:p>
        </p:txBody>
      </p:sp>
      <p:sp>
        <p:nvSpPr>
          <p:cNvPr id="17" name="evidence-object-slot Placeholder Carrier"/>
          <p:cNvSpPr txBox="1"/>
          <p:nvPr>
            <p:ph idx="2"/>
          </p:nvPr>
        </p:nvSpPr>
        <p:spPr>
          <a:xfrm>
            <a:off x="762000" y="2724150"/>
            <a:ext cx="6972300" cy="3028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1725"/>
              </a:lnSpc>
            </a:pPr>
            <a:r>
              <a:rPr lang="en-US" sz="14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Content Area</a:t>
            </a:r>
          </a:p>
          <a:p>
            <a:pPr algn="l">
              <a:lnSpc>
                <a:spcPts val="1725"/>
              </a:lnSpc>
              <a:spcBef>
                <a:spcPts val="525"/>
              </a:spcBef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Insert one chart, table, confusion matrix, or controlled comparison.</a:t>
            </a:r>
            <a:br/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Label the baseline, evaluation split, metric, and uncertainty.</a:t>
            </a:r>
          </a:p>
        </p:txBody>
      </p:sp>
      <p:sp>
        <p:nvSpPr>
          <p:cNvPr id="18" name="evidence-findings-slot Placeholder Carrier"/>
          <p:cNvSpPr txBox="1"/>
          <p:nvPr>
            <p:ph type="body" idx="3"/>
          </p:nvPr>
        </p:nvSpPr>
        <p:spPr>
          <a:xfrm>
            <a:off x="8477250" y="2886075"/>
            <a:ext cx="2895600" cy="2867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Findings</a:t>
            </a:r>
          </a:p>
          <a:p>
            <a:pPr algn="l" marL="0" indent="0">
              <a:lnSpc>
                <a:spcPts val="1950"/>
              </a:lnSpc>
              <a:spcBef>
                <a:spcPts val="600"/>
              </a:spcBef>
              <a:buNone/>
            </a:pPr>
            <a:r>
              <a:rPr lang="en-US" sz="11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1 · What changed versus baseline?</a:t>
            </a:r>
            <a:br/>
            <a:r>
              <a:rPr lang="en-US" sz="11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2 · Which class or case still fails?</a:t>
            </a:r>
            <a:br/>
            <a:r>
              <a:rPr lang="en-US" sz="11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3 · What experiment comes next?</a:t>
            </a:r>
          </a:p>
        </p:txBody>
      </p:sp>
      <p:sp>
        <p:nvSpPr>
          <p:cNvPr id="19" name="evidence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0" name="evidence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sk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Risks &amp; Decisions</a:t>
            </a:r>
          </a:p>
        </p:txBody>
      </p:sp>
      <p:sp>
        <p:nvSpPr>
          <p:cNvPr id="19" name="risk-main-slot Placeholder Carrier"/>
          <p:cNvSpPr txBox="1"/>
          <p:nvPr>
            <p:ph type="body" idx="1"/>
          </p:nvPr>
        </p:nvSpPr>
        <p:spPr>
          <a:xfrm>
            <a:off x="800100" y="1924050"/>
            <a:ext cx="4714875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2325"/>
              </a:lnSpc>
              <a:buNone/>
            </a:pPr>
            <a:r>
              <a:rPr lang="en-US" sz="158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Risks</a:t>
            </a:r>
          </a:p>
          <a:p>
            <a:pPr algn="l" marL="0" indent="0">
              <a:lnSpc>
                <a:spcPts val="232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Describe the failure mode, trigger, and evidence.</a:t>
            </a:r>
          </a:p>
        </p:txBody>
      </p:sp>
      <p:sp>
        <p:nvSpPr>
          <p:cNvPr id="20" name="risk-impact-slot Placeholder Carrier"/>
          <p:cNvSpPr txBox="1"/>
          <p:nvPr>
            <p:ph type="body" idx="2"/>
          </p:nvPr>
        </p:nvSpPr>
        <p:spPr>
          <a:xfrm>
            <a:off x="6334125" y="1924050"/>
            <a:ext cx="5000625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2325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Impact</a:t>
            </a:r>
          </a:p>
          <a:p>
            <a:pPr algn="l" marL="0" indent="0">
              <a:lnSpc>
                <a:spcPts val="232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Quantify delay, compute cost, metric risk, or lost scope.</a:t>
            </a:r>
          </a:p>
        </p:txBody>
      </p:sp>
      <p:sp>
        <p:nvSpPr>
          <p:cNvPr id="21" name="risk-mitigation-slot Placeholder Carrier"/>
          <p:cNvSpPr txBox="1"/>
          <p:nvPr>
            <p:ph type="body" idx="3"/>
          </p:nvPr>
        </p:nvSpPr>
        <p:spPr>
          <a:xfrm>
            <a:off x="800100" y="4210050"/>
            <a:ext cx="471487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2325"/>
              </a:lnSpc>
              <a:buNone/>
            </a:pPr>
            <a:r>
              <a:rPr lang="en-US" sz="1580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Mitigation</a:t>
            </a:r>
          </a:p>
          <a:p>
            <a:pPr algn="l" marL="0" indent="0">
              <a:lnSpc>
                <a:spcPts val="232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Owner: … | Check date: … | Fallback: …</a:t>
            </a:r>
          </a:p>
        </p:txBody>
      </p:sp>
      <p:sp>
        <p:nvSpPr>
          <p:cNvPr id="22" name="risk-decision-slot Placeholder Carrier"/>
          <p:cNvSpPr txBox="1"/>
          <p:nvPr>
            <p:ph type="body" idx="4"/>
          </p:nvPr>
        </p:nvSpPr>
        <p:spPr>
          <a:xfrm>
            <a:off x="6334125" y="4210050"/>
            <a:ext cx="5000625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2325"/>
              </a:lnSpc>
              <a:buNone/>
            </a:pPr>
            <a:r>
              <a:rPr lang="en-US" sz="158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Needed</a:t>
            </a:r>
          </a:p>
          <a:p>
            <a:pPr algn="l" marL="0" indent="0">
              <a:lnSpc>
                <a:spcPts val="2325"/>
              </a:lnSpc>
              <a:buNone/>
            </a:pPr>
            <a:r>
              <a:rPr lang="en-US" sz="1050" dirty="0">
                <a:solidFill>
                  <a:srgbClr val="C8C8C8"/>
                </a:solidFill>
                <a:latin typeface="Arial"/>
                <a:ea typeface="Arial"/>
                <a:cs typeface="Arial"/>
              </a:rPr>
              <a:t>State the choice, approver, and latest useful date.</a:t>
            </a:r>
          </a:p>
        </p:txBody>
      </p:sp>
      <p:sp>
        <p:nvSpPr>
          <p:cNvPr id="23" name="risk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next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Next-Week Commitments</a:t>
            </a:r>
          </a:p>
        </p:txBody>
      </p:sp>
      <p:sp>
        <p:nvSpPr>
          <p:cNvPr id="24" name="next-action-1-slot Placeholder Carrier"/>
          <p:cNvSpPr txBox="1"/>
          <p:nvPr>
            <p:ph type="body" idx="1"/>
          </p:nvPr>
        </p:nvSpPr>
        <p:spPr>
          <a:xfrm>
            <a:off x="1752600" y="2057400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Next Action 1</a:t>
            </a:r>
          </a:p>
          <a:p>
            <a:pPr algn="l" marL="0" indent="0">
              <a:lnSpc>
                <a:spcPts val="187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Output: code, dataset, or runnable module.</a:t>
            </a:r>
          </a:p>
        </p:txBody>
      </p:sp>
      <p:sp>
        <p:nvSpPr>
          <p:cNvPr id="25" name="next-action-2-slot Placeholder Carrier"/>
          <p:cNvSpPr txBox="1"/>
          <p:nvPr>
            <p:ph type="body" idx="2"/>
          </p:nvPr>
        </p:nvSpPr>
        <p:spPr>
          <a:xfrm>
            <a:off x="1752600" y="3600450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Next Action 2</a:t>
            </a:r>
          </a:p>
          <a:p>
            <a:pPr algn="l" marL="0" indent="0">
              <a:lnSpc>
                <a:spcPts val="187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Output: metric table, control, or ablation result.</a:t>
            </a:r>
          </a:p>
        </p:txBody>
      </p:sp>
      <p:sp>
        <p:nvSpPr>
          <p:cNvPr id="26" name="next-action-3-slot Placeholder Carrier"/>
          <p:cNvSpPr txBox="1"/>
          <p:nvPr>
            <p:ph type="body" idx="3"/>
          </p:nvPr>
        </p:nvSpPr>
        <p:spPr>
          <a:xfrm>
            <a:off x="1752600" y="5133975"/>
            <a:ext cx="60960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1875"/>
              </a:lnSpc>
              <a:buNone/>
            </a:pPr>
            <a:r>
              <a:rPr lang="en-US" sz="158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Next Action 3</a:t>
            </a:r>
          </a:p>
          <a:p>
            <a:pPr algn="l" marL="0" indent="0">
              <a:lnSpc>
                <a:spcPts val="1875"/>
              </a:lnSpc>
              <a:buNone/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Output: updated figure, notes, or report section.</a:t>
            </a:r>
          </a:p>
        </p:txBody>
      </p:sp>
      <p:sp>
        <p:nvSpPr>
          <p:cNvPr id="27" name="next-owner-slot Placeholder Carrier"/>
          <p:cNvSpPr txBox="1"/>
          <p:nvPr>
            <p:ph type="body" idx="4"/>
          </p:nvPr>
        </p:nvSpPr>
        <p:spPr>
          <a:xfrm>
            <a:off x="8705850" y="2228850"/>
            <a:ext cx="2628900" cy="327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2025"/>
              </a:lnSpc>
              <a:buNone/>
            </a:pPr>
            <a:r>
              <a:rPr lang="en-US" sz="158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 And Deadline</a:t>
            </a:r>
          </a:p>
          <a:p>
            <a:pPr algn="l" marL="0" indent="0">
              <a:lnSpc>
                <a:spcPts val="2025"/>
              </a:lnSpc>
              <a:spcBef>
                <a:spcPts val="825"/>
              </a:spcBef>
              <a:buNone/>
            </a:pPr>
            <a:r>
              <a:rPr lang="en-US" sz="1050" dirty="0">
                <a:solidFill>
                  <a:srgbClr val="C8C8C8"/>
                </a:solidFill>
                <a:latin typeface="Arial"/>
                <a:ea typeface="Arial"/>
                <a:cs typeface="Arial"/>
              </a:rPr>
              <a:t>Owner: …</a:t>
            </a:r>
            <a:br/>
            <a:r>
              <a:rPr lang="en-US" sz="1050" dirty="0">
                <a:solidFill>
                  <a:srgbClr val="C8C8C8"/>
                </a:solidFill>
                <a:latin typeface="Arial"/>
                <a:ea typeface="Arial"/>
                <a:cs typeface="Arial"/>
              </a:rPr>
              <a:t>Due: …</a:t>
            </a:r>
            <a:br/>
            <a:r>
              <a:rPr lang="en-US" sz="1050" dirty="0">
                <a:solidFill>
                  <a:srgbClr val="C8C8C8"/>
                </a:solidFill>
                <a:latin typeface="Arial"/>
                <a:ea typeface="Arial"/>
                <a:cs typeface="Arial"/>
              </a:rPr>
              <a:t>Success check: observable output</a:t>
            </a:r>
            <a:br/>
            <a:r>
              <a:rPr lang="en-US" sz="1050" dirty="0">
                <a:solidFill>
                  <a:srgbClr val="C8C8C8"/>
                </a:solidFill>
                <a:latin typeface="Arial"/>
                <a:ea typeface="Arial"/>
                <a:cs typeface="Arial"/>
              </a:rPr>
              <a:t>or agreed metric threshold.</a:t>
            </a:r>
          </a:p>
        </p:txBody>
      </p:sp>
      <p:sp>
        <p:nvSpPr>
          <p:cNvPr id="28" name="next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pen-canvas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Open Canvas</a:t>
            </a:r>
          </a:p>
        </p:txBody>
      </p:sp>
      <p:sp>
        <p:nvSpPr>
          <p:cNvPr id="10" name="open-canvas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1" name="open-canvas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ingle-image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Single-Image Story</a:t>
            </a:r>
          </a:p>
        </p:txBody>
      </p:sp>
      <p:pic>
        <p:nvPicPr>
          <p:cNvPr id="13" name="single-image-picture-slot Placeholder Carrier"/>
          <p:cNvPicPr>
            <a:picLocks noChangeAspect="1"/>
          </p:cNvPicPr>
          <p:nvPr>
            <p:ph type="pic" idx="1"/>
          </p:nvPr>
        </p:nvPicPr>
        <p:blipFill>
          <a:blip r:embed="rId3"/>
          <a:srcRect l="4974" t="0" r="4973" b="0"/>
          <a:stretch>
            <a:fillRect/>
          </a:stretch>
        </p:blipFill>
        <p:spPr>
          <a:xfrm>
            <a:off x="552450" y="1343025"/>
            <a:ext cx="7734300" cy="4695825"/>
          </a:xfrm>
          <a:prstGeom prst="rect">
            <a:avLst/>
          </a:prstGeom>
        </p:spPr>
      </p:pic>
      <p:sp>
        <p:nvSpPr>
          <p:cNvPr id="14" name="single-image-description-slot Placeholder Carrier"/>
          <p:cNvSpPr txBox="1"/>
          <p:nvPr>
            <p:ph type="body" idx="2"/>
          </p:nvPr>
        </p:nvSpPr>
        <p:spPr>
          <a:xfrm>
            <a:off x="8820150" y="1981200"/>
            <a:ext cx="2552700" cy="3600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-US" sz="158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Image Description</a:t>
            </a:r>
          </a:p>
          <a:p>
            <a:pPr algn="l" marL="0" indent="0">
              <a:lnSpc>
                <a:spcPts val="1650"/>
              </a:lnSpc>
              <a:spcBef>
                <a:spcPts val="900"/>
              </a:spcBef>
              <a:buNone/>
            </a:pPr>
            <a:r>
              <a:rPr lang="en-US" sz="11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What does the image show?</a:t>
            </a:r>
          </a:p>
          <a:p>
            <a:pPr algn="l" marL="0" indent="0">
              <a:lnSpc>
                <a:spcPts val="1650"/>
              </a:lnSpc>
              <a:spcBef>
                <a:spcPts val="375"/>
              </a:spcBef>
              <a:buNone/>
            </a:pPr>
            <a:r>
              <a:rPr lang="en-US" sz="11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Why is it relevant this week?</a:t>
            </a:r>
          </a:p>
          <a:p>
            <a:pPr algn="l" marL="0" indent="0">
              <a:lnSpc>
                <a:spcPts val="1650"/>
              </a:lnSpc>
              <a:spcBef>
                <a:spcPts val="375"/>
              </a:spcBef>
              <a:buNone/>
            </a:pPr>
            <a:r>
              <a:rPr lang="en-US" sz="112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What should the audience notice?</a:t>
            </a:r>
          </a:p>
          <a:p>
            <a:pPr algn="l" marL="0" indent="0">
              <a:lnSpc>
                <a:spcPts val="1650"/>
              </a:lnSpc>
              <a:spcBef>
                <a:spcPts val="1050"/>
              </a:spcBef>
              <a:buNone/>
            </a:pPr>
            <a:r>
              <a:rPr lang="en-US" sz="1050" b="1" dirty="0">
                <a:solidFill>
                  <a:srgbClr val="D71440"/>
                </a:solidFill>
                <a:latin typeface="Arial"/>
                <a:ea typeface="Arial"/>
                <a:cs typeface="Arial"/>
              </a:rPr>
              <a:t>TIP</a:t>
            </a:r>
          </a:p>
          <a:p>
            <a:pPr algn="l" marL="0" indent="0">
              <a:lnSpc>
                <a:spcPts val="1650"/>
              </a:lnSpc>
              <a:spcBef>
                <a:spcPts val="225"/>
              </a:spcBef>
              <a:buNone/>
            </a:pPr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Use one annotated result, system</a:t>
            </a:r>
            <a:br/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overview, qualitative example,</a:t>
            </a:r>
            <a:br/>
            <a:r>
              <a:rPr lang="en-US" sz="1050" dirty="0">
                <a:solidFill>
                  <a:srgbClr val="5E6478"/>
                </a:solidFill>
                <a:latin typeface="Arial"/>
                <a:ea typeface="Arial"/>
                <a:cs typeface="Arial"/>
              </a:rPr>
              <a:t>or implementation photograph.</a:t>
            </a:r>
          </a:p>
        </p:txBody>
      </p:sp>
      <p:sp>
        <p:nvSpPr>
          <p:cNvPr id="15" name="single-image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6" name="single-image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ulti-image-title-slot Placeholder Carrier"/>
          <p:cNvSpPr txBox="1"/>
          <p:nvPr>
            <p:ph type="title"/>
          </p:nvPr>
        </p:nvSpPr>
        <p:spPr>
          <a:xfrm>
            <a:off x="514350" y="419100"/>
            <a:ext cx="81915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550" b="1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Multi-Image Story</a:t>
            </a:r>
          </a:p>
        </p:txBody>
      </p:sp>
      <p:pic>
        <p:nvPicPr>
          <p:cNvPr id="18" name="multi-image-picture-1-slot Placeholder Carrier"/>
          <p:cNvPicPr>
            <a:picLocks noChangeAspect="1"/>
          </p:cNvPicPr>
          <p:nvPr>
            <p:ph type="pic" idx="1"/>
          </p:nvPr>
        </p:nvPicPr>
        <p:blipFill>
          <a:blip r:embed="rId3"/>
          <a:srcRect l="0" t="19517" r="0" b="19517"/>
          <a:stretch>
            <a:fillRect/>
          </a:stretch>
        </p:blipFill>
        <p:spPr>
          <a:xfrm>
            <a:off x="552450" y="1343025"/>
            <a:ext cx="5314950" cy="1771650"/>
          </a:xfrm>
          <a:prstGeom prst="rect">
            <a:avLst/>
          </a:prstGeom>
        </p:spPr>
      </p:pic>
      <p:pic>
        <p:nvPicPr>
          <p:cNvPr id="19" name="multi-image-picture-2-slot Placeholder Carrier"/>
          <p:cNvPicPr>
            <a:picLocks noChangeAspect="1"/>
          </p:cNvPicPr>
          <p:nvPr>
            <p:ph type="pic" idx="2"/>
          </p:nvPr>
        </p:nvPicPr>
        <p:blipFill>
          <a:blip r:embed="rId4"/>
          <a:srcRect l="0" t="14228" r="0" b="14227"/>
          <a:stretch>
            <a:fillRect/>
          </a:stretch>
        </p:blipFill>
        <p:spPr>
          <a:xfrm>
            <a:off x="6267450" y="1343025"/>
            <a:ext cx="5314950" cy="1771650"/>
          </a:xfrm>
          <a:prstGeom prst="rect">
            <a:avLst/>
          </a:prstGeom>
        </p:spPr>
      </p:pic>
      <p:pic>
        <p:nvPicPr>
          <p:cNvPr id="20" name="multi-image-picture-3-slot Placeholder Carrier"/>
          <p:cNvPicPr>
            <a:picLocks noChangeAspect="1"/>
          </p:cNvPicPr>
          <p:nvPr>
            <p:ph type="pic" idx="3"/>
          </p:nvPr>
        </p:nvPicPr>
        <p:blipFill>
          <a:blip r:embed="rId5"/>
          <a:srcRect l="0" t="25000" r="0" b="25000"/>
          <a:stretch>
            <a:fillRect/>
          </a:stretch>
        </p:blipFill>
        <p:spPr>
          <a:xfrm>
            <a:off x="552450" y="3724275"/>
            <a:ext cx="5314950" cy="1771650"/>
          </a:xfrm>
          <a:prstGeom prst="rect">
            <a:avLst/>
          </a:prstGeom>
        </p:spPr>
      </p:pic>
      <p:pic>
        <p:nvPicPr>
          <p:cNvPr id="21" name="multi-image-picture-4-slot Placeholder Carrier"/>
          <p:cNvPicPr>
            <a:picLocks noChangeAspect="1"/>
          </p:cNvPicPr>
          <p:nvPr>
            <p:ph type="pic" idx="4"/>
          </p:nvPr>
        </p:nvPicPr>
        <p:blipFill>
          <a:blip r:embed="rId6"/>
          <a:srcRect l="0" t="28986" r="0" b="28987"/>
          <a:stretch>
            <a:fillRect/>
          </a:stretch>
        </p:blipFill>
        <p:spPr>
          <a:xfrm>
            <a:off x="6267450" y="3724275"/>
            <a:ext cx="5314950" cy="1771650"/>
          </a:xfrm>
          <a:prstGeom prst="rect">
            <a:avLst/>
          </a:prstGeom>
        </p:spPr>
      </p:pic>
      <p:sp>
        <p:nvSpPr>
          <p:cNvPr id="22" name="multi-image-caption-1-slot Placeholder Carrier"/>
          <p:cNvSpPr txBox="1"/>
          <p:nvPr>
            <p:ph idx="5"/>
          </p:nvPr>
        </p:nvSpPr>
        <p:spPr>
          <a:xfrm>
            <a:off x="685800" y="320040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Caption 1</a:t>
            </a:r>
          </a:p>
        </p:txBody>
      </p:sp>
      <p:sp>
        <p:nvSpPr>
          <p:cNvPr id="23" name="multi-image-caption-2-slot Placeholder Carrier"/>
          <p:cNvSpPr txBox="1"/>
          <p:nvPr>
            <p:ph idx="6"/>
          </p:nvPr>
        </p:nvSpPr>
        <p:spPr>
          <a:xfrm>
            <a:off x="6400800" y="320040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Caption 2</a:t>
            </a:r>
          </a:p>
        </p:txBody>
      </p:sp>
      <p:sp>
        <p:nvSpPr>
          <p:cNvPr id="24" name="multi-image-caption-3-slot Placeholder Carrier"/>
          <p:cNvSpPr txBox="1"/>
          <p:nvPr>
            <p:ph idx="7"/>
          </p:nvPr>
        </p:nvSpPr>
        <p:spPr>
          <a:xfrm>
            <a:off x="685800" y="558165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Caption 3</a:t>
            </a:r>
          </a:p>
        </p:txBody>
      </p:sp>
      <p:sp>
        <p:nvSpPr>
          <p:cNvPr id="25" name="multi-image-caption-4-slot Placeholder Carrier"/>
          <p:cNvSpPr txBox="1"/>
          <p:nvPr>
            <p:ph idx="8"/>
          </p:nvPr>
        </p:nvSpPr>
        <p:spPr>
          <a:xfrm>
            <a:off x="6400800" y="5581650"/>
            <a:ext cx="50482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1120" dirty="0">
                <a:solidFill>
                  <a:srgbClr val="20243A"/>
                </a:solidFill>
                <a:latin typeface="Arial"/>
                <a:ea typeface="Arial"/>
                <a:cs typeface="Arial"/>
              </a:rPr>
              <a:t>Caption 4</a:t>
            </a:r>
          </a:p>
        </p:txBody>
      </p:sp>
      <p:sp>
        <p:nvSpPr>
          <p:cNvPr id="26" name="multi-image-source-slot Placeholder Carrier"/>
          <p:cNvSpPr txBox="1"/>
          <p:nvPr>
            <p:ph type="ftr" idx="18"/>
          </p:nvPr>
        </p:nvSpPr>
        <p:spPr>
          <a:xfrm>
            <a:off x="4953000" y="6619875"/>
            <a:ext cx="5810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7" name="multi-image-page-slot Placeholder Carrier"/>
          <p:cNvSpPr txBox="1"/>
          <p:nvPr>
            <p:ph type="sldNum" idx="19"/>
          </p:nvPr>
        </p:nvSpPr>
        <p:spPr>
          <a:xfrm>
            <a:off x="11334750" y="6619875"/>
            <a:ext cx="4000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nding-title-slot Placeholder Carrier"/>
          <p:cNvSpPr txBox="1"/>
          <p:nvPr>
            <p:ph type="title"/>
          </p:nvPr>
        </p:nvSpPr>
        <p:spPr>
          <a:xfrm>
            <a:off x="1895475" y="2667000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4050" b="1" dirty="0">
                <a:solidFill>
                  <a:srgbClr val="181C6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2026-08-30T08:07:44Z</dcterms:created>
  <dcterms:modified xsi:type="dcterms:W3CDTF">2026-08-30T08:07:44Z</dcterms:modified>
  <cp:category/>
  <cp:contentStatus/>
</cp:coreProperties>
</file>