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6" r:id="rId7"/>
    <p:sldId id="267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2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Pose Analytics</a:t>
            </a:r>
            <a:endParaRPr lang="en-US" sz="31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research update · {{SUBTITLE}}</a:t>
            </a:r>
            <a:endParaRPr lang="en-US" sz="17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 ending · {{DATE}}</a:t>
            </a:r>
            <a:endParaRPr lang="en-US" sz="13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Presenter · {{AUTHOR}}</a:t>
            </a:r>
            <a:endParaRPr lang="en-US" sz="13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TAKEAWAY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PROJECT STATUS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CURRENT MILESTONE · EVIDENCE · BLOCKER · NEXT CHECKPOINT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Kick-off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Baselines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IP Module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Experiments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Final Report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Snapshot &amp; Milestone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8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one result or decision the supervisor should remember.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{{STATUS}}</a:t>
            </a:r>
            <a:endParaRPr lang="en-US" sz="18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 TRACK · AT RISK · BLOCKED</a:t>
            </a:r>
            <a:endParaRPr lang="en-US" sz="98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{{MILESTONE}}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completed: … | Current blocker: … | Next checkpoint: …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PIPELINE / ARCHITECTURE / IMPLEMENTATION EVIDENCE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Progress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{{TECHNICAL_PROGRESS}}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Completed · In progress · Blocked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Include the concrete output, not only the activity.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Recommended: module diagram, interface contract,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training pipeline, code evidence, or data-flow change.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{{KEY_FINDING}}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changed in the design,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evidence, or next decision?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ONE-LINE RESULT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· BASELINE · CONTROL · METRIC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Experimental Evidence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Insert one chart, table, confusion matrix, or controlled comparison.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Label the baseline, evaluation split, metric, and uncertainty.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{{FINDINGS}}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What changed versus baseline?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Which class or case still fails?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What experiment comes next?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CANNOT SERVE AS OUR BACKBONE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54864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Selection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2120900" cy="2952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reviewed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Mentor suggested SkeletonX as our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starting point. W</a:t>
            </a: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 went through the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paper and the released code: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sample pairing, decoupled pooling,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loss set, the feeders and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both evaluation settings.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Finding: it is a training strategy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that wraps a backbone —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backbone, and therefore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on its own.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 strategy, not a network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Its own experiments plug the same pipeline into several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backbones to show the gain transfers.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2331720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different</a:t>
            </a:r>
            <a:b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"identities"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"subject" = who performed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clip. A sample-level attribute,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separated so the prediction does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not depend on who performs it.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Ours = who is who inside a single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sequence, i.e. the role each person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plays in the interaction.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Same word, different problem. So it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is related work, not our baseline.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32918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· IEEE TMM 2025 · arXiv:2504.11749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224528" y="3017520"/>
            <a:ext cx="4160520" cy="420624"/>
          </a:xfrm>
          <a:prstGeom prst="roundRect">
            <a:avLst>
              <a:gd name="adj" fmla="val 22000"/>
            </a:avLst>
          </a:prstGeom>
          <a:solidFill>
            <a:srgbClr val="FCE9EE"/>
          </a:solidFill>
          <a:ln w="1270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D71440"/>
                </a:solidFill>
                <a:latin typeface="Arial" panose="020B0604020202090204"/>
              </a:rPr>
              <a:t>SkeletonX  ·  training strategy</a:t>
            </a:r>
            <a:endParaRPr sz="12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1" name="Down Arrow 20"/>
          <p:cNvSpPr/>
          <p:nvPr/>
        </p:nvSpPr>
        <p:spPr>
          <a:xfrm>
            <a:off x="6144768" y="3529584"/>
            <a:ext cx="310896" cy="384048"/>
          </a:xfrm>
          <a:prstGeom prst="down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62102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E6478"/>
                </a:solidFill>
                <a:latin typeface="Arial" panose="020B0604020202090204"/>
              </a:rPr>
              <a:t>plugs into</a:t>
            </a:r>
            <a:endParaRPr sz="10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22452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ST-GCN</a:t>
            </a:r>
            <a:endParaRPr sz="12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64184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CTR-GCN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5916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TCA-GCN</a:t>
            </a:r>
            <a:endParaRPr sz="12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6" name="Up Arrow 25"/>
          <p:cNvSpPr/>
          <p:nvPr/>
        </p:nvSpPr>
        <p:spPr>
          <a:xfrm>
            <a:off x="6144768" y="4590288"/>
            <a:ext cx="274320" cy="310896"/>
          </a:xfrm>
          <a:prstGeom prst="upArrow">
            <a:avLst/>
          </a:prstGeom>
          <a:solidFill>
            <a:srgbClr val="D71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4956048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71440"/>
                </a:solidFill>
                <a:latin typeface="Arial" panose="020B0604020202090204"/>
              </a:rPr>
              <a:t>our backbone and baseline</a:t>
            </a:r>
            <a:endParaRPr sz="11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224528" y="5376672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The backbone is an argument to the method, so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"SkeletonX" alone does not define a runnable system.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DEFINITION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CODEBASE · DATA · TRAINING · EVALUATION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Baseline · Setup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10058400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joint stream only · NTU RGB+D 120 mutual subset (26 classes) · X-Sub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7040880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Repository already mapped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main.py (train / test entry)  ·  config/ (per-dataset yaml)  ·  model/ (CTR-GCN)  ·  feeders/ (data loading)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graph/ (skeleton topology)  ·  data/ (preprocessing scripts)  ·  ensemble.py (multi-stream late fusion)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2945130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Reproduction risks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Headline numbers use four-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stream fusion; single stream is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lower. We state which we ran.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ensemble.py aligns streams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by row index, not sample name.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Test order must never change.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No official mutual subset —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 filter rule goes in report.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29260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Chen et al., ICCV 2021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7240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data/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.skeleton → denoise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→ .npz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2368296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9464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feeders/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 | bone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joint-mot. | bone-mot.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3" name="Right Arrow 22"/>
          <p:cNvSpPr/>
          <p:nvPr/>
        </p:nvSpPr>
        <p:spPr>
          <a:xfrm>
            <a:off x="4160520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61688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model/ + main.py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CTR-GCN, SGD+Nesterov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65 epochs, lr 0.1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5952743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53912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5E6478"/>
                </a:solidFill>
                <a:latin typeface="Arial" panose="020B0604020202090204"/>
              </a:rPr>
              <a:t>ensemble.py</a:t>
            </a:r>
            <a:endParaRPr sz="1150" b="1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weighted late fusion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0.6 / 0.6 / 0.4 / 0.4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569464" y="4791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Week 4: joint only</a:t>
            </a:r>
            <a:endParaRPr sz="10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77240" y="5175504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Four-stream fusion is how CTR-GCN reports its SOTA numbers; we defer it and state the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  <a:latin typeface="Arial" panose="020B0604020202090204"/>
              </a:rPr>
              <a:t>single-stream setting explicitly so our results stay internally comparable.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</p:txBody>
      </p:sp>
      <p:pic>
        <p:nvPicPr>
          <p:cNvPr id="29" name="图片 28" descr="截屏2026-09-07 11.11.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785" y="4991100"/>
            <a:ext cx="1524000" cy="887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 / BLOCKER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IMPACT ON SCOPE, EVIDENCE, OR TIMELINE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MITIGATION / OWNER / CHECK DATE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DECISION OR SUPPORT NEEDED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Risks &amp; Decisions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{{RISKS}}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Describe the failure mode, trigger, and evidence.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{{IMPACT}}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Quantify delay, compute cost, metric risk, or lost scope.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{{MITIGATION}}</a:t>
            </a:r>
            <a:endParaRPr lang="en-US" sz="1580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 | Check date: … | Fallback: …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{{DECISION_NEEDED}}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choice, approver, and latest useful date.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1 · BUILD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2 · VALIDATE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3 · DOCUMENT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 · DUE DATE · SUCCESS CHECK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Next-Week Commitments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{{NEXT_ACTION_1}}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code, dataset, or runnable module.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{{NEXT_ACTION_2}}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metric table, control, or ablation result.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{{NEXT_ACTION_3}}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updated figure, notes, or report section.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{{OWNER_AND_DEADLINE}}</a:t>
            </a:r>
            <a:endParaRPr lang="en-US" sz="15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agreed metric threshold.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Canvas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IMAGE DESCRIPTION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2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{{IMAGE_DESCRIPTION}}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does the image show?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is it relevant this week?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should the audience notice?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TIP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implementation photograph.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2–4 IMAGES</a:t>
            </a:r>
            <a:endParaRPr lang="en-US" sz="980" b="1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Multi-Image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4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5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{{CAPTION_1}}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{{CAPTION_2}}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{{CAPTION_3}}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{{CAPTION_4}}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12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  <a:endParaRPr lang="en-US" sz="4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5051</Words>
  <Application>WPS 演示</Application>
  <PresentationFormat>On-screen Show (16:9)</PresentationFormat>
  <Paragraphs>280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weekly_five_minute_research_update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crystal</cp:lastModifiedBy>
  <cp:revision>2</cp:revision>
  <dcterms:created xsi:type="dcterms:W3CDTF">2026-09-07T03:13:31Z</dcterms:created>
  <dcterms:modified xsi:type="dcterms:W3CDTF">2026-09-07T03:13:31Z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4550AFB6D8548345DB2B9E6A74E4738F_42</vt:lpwstr>
  </property>
  <property fmtid="{D5CDD505-2E9C-101B-9397-08002B2CF9AE}" pid="3" name="KSOProductBuildVer">
    <vt:lpwstr>2052-12.1.26046.26046</vt:lpwstr>
  </property>
</Properties>
</file>